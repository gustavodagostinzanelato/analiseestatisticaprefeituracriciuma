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58" r:id="rId3"/>
    <p:sldId id="385" r:id="rId4"/>
    <p:sldId id="386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F89D1-B062-4A58-95BD-BFA80A5D17B9}" v="250" dt="2026-04-12T21:25:41.234"/>
    <p1510:client id="{D384D474-E9AE-4AAC-A1CE-BB30FBF26235}" v="1" dt="2026-04-12T22:39:58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2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Windows Live" clId="Web-{2AF0A566-C3E4-ED3D-F01A-00C85511E102}"/>
    <pc:docChg chg="addSld delSld modSld sldOrd">
      <pc:chgData name="Fabio Bittencourt" userId="9399af9f441dfb25" providerId="Windows Live" clId="Web-{2AF0A566-C3E4-ED3D-F01A-00C85511E102}" dt="2026-04-01T19:21:37.304" v="2357" actId="1076"/>
      <pc:docMkLst>
        <pc:docMk/>
      </pc:docMkLst>
      <pc:sldChg chg="modSp">
        <pc:chgData name="Fabio Bittencourt" userId="9399af9f441dfb25" providerId="Windows Live" clId="Web-{2AF0A566-C3E4-ED3D-F01A-00C85511E102}" dt="2026-04-01T17:34:10.176" v="0" actId="20577"/>
        <pc:sldMkLst>
          <pc:docMk/>
          <pc:sldMk cId="1766138550" sldId="256"/>
        </pc:sldMkLst>
        <pc:spChg chg="mod">
          <ac:chgData name="Fabio Bittencourt" userId="9399af9f441dfb25" providerId="Windows Live" clId="Web-{2AF0A566-C3E4-ED3D-F01A-00C85511E102}" dt="2026-04-01T17:34:10.176" v="0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ord">
        <pc:chgData name="Fabio Bittencourt" userId="9399af9f441dfb25" providerId="Windows Live" clId="Web-{2AF0A566-C3E4-ED3D-F01A-00C85511E102}" dt="2026-04-01T17:36:36.429" v="24" actId="20577"/>
        <pc:sldMkLst>
          <pc:docMk/>
          <pc:sldMk cId="850751447" sldId="358"/>
        </pc:sldMkLst>
        <pc:spChg chg="mod">
          <ac:chgData name="Fabio Bittencourt" userId="9399af9f441dfb25" providerId="Windows Live" clId="Web-{2AF0A566-C3E4-ED3D-F01A-00C85511E102}" dt="2026-04-01T17:36:36.429" v="24" actId="20577"/>
          <ac:spMkLst>
            <pc:docMk/>
            <pc:sldMk cId="850751447" sldId="358"/>
            <ac:spMk id="2" creationId="{FB8FFC78-E2EF-7447-00DF-606150B77D44}"/>
          </ac:spMkLst>
        </pc:spChg>
      </pc:sldChg>
    </pc:docChg>
  </pc:docChgLst>
  <pc:docChgLst>
    <pc:chgData name="Fabio Bittencourt" userId="9399af9f441dfb25" providerId="Windows Live" clId="Web-{929FFA45-AD16-8426-4576-15CAB10173A6}"/>
    <pc:docChg chg="modSld">
      <pc:chgData name="Fabio Bittencourt" userId="9399af9f441dfb25" providerId="Windows Live" clId="Web-{929FFA45-AD16-8426-4576-15CAB10173A6}" dt="2026-04-02T16:56:02.753" v="3" actId="20577"/>
      <pc:docMkLst>
        <pc:docMk/>
      </pc:docMkLst>
    </pc:docChg>
  </pc:docChgLst>
  <pc:docChgLst>
    <pc:chgData name="Fabio Bittencourt" userId="9399af9f441dfb25" providerId="LiveId" clId="{87FEEC51-4A4D-4000-AFF7-19B075429E2B}"/>
    <pc:docChg chg="undo redo custSel addSld delSld modSld sldOrd">
      <pc:chgData name="Fabio Bittencourt" userId="9399af9f441dfb25" providerId="LiveId" clId="{87FEEC51-4A4D-4000-AFF7-19B075429E2B}" dt="2026-04-12T23:07:59.095" v="22257" actId="20577"/>
      <pc:docMkLst>
        <pc:docMk/>
      </pc:docMkLst>
      <pc:sldChg chg="modSp add del mod">
        <pc:chgData name="Fabio Bittencourt" userId="9399af9f441dfb25" providerId="LiveId" clId="{87FEEC51-4A4D-4000-AFF7-19B075429E2B}" dt="2026-04-12T22:35:23.173" v="21673" actId="20577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4-12T22:35:23.173" v="21673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add del">
        <pc:chgData name="Fabio Bittencourt" userId="9399af9f441dfb25" providerId="LiveId" clId="{87FEEC51-4A4D-4000-AFF7-19B075429E2B}" dt="2026-04-12T22:40:39.371" v="21740" actId="47"/>
        <pc:sldMkLst>
          <pc:docMk/>
          <pc:sldMk cId="2664982127" sldId="262"/>
        </pc:sldMkLst>
      </pc:sldChg>
      <pc:sldChg chg="modSp add del mod">
        <pc:chgData name="Fabio Bittencourt" userId="9399af9f441dfb25" providerId="LiveId" clId="{87FEEC51-4A4D-4000-AFF7-19B075429E2B}" dt="2026-04-12T22:40:37.251" v="21739" actId="47"/>
        <pc:sldMkLst>
          <pc:docMk/>
          <pc:sldMk cId="2629856369" sldId="311"/>
        </pc:sldMkLst>
        <pc:spChg chg="mod">
          <ac:chgData name="Fabio Bittencourt" userId="9399af9f441dfb25" providerId="LiveId" clId="{87FEEC51-4A4D-4000-AFF7-19B075429E2B}" dt="2026-04-12T21:26:35.507" v="21671" actId="6549"/>
          <ac:spMkLst>
            <pc:docMk/>
            <pc:sldMk cId="2629856369" sldId="311"/>
            <ac:spMk id="6" creationId="{8A0BAE10-A955-4236-9445-F72EEE14E523}"/>
          </ac:spMkLst>
        </pc:spChg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108065391" sldId="312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750185819" sldId="313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948230643" sldId="321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590022433" sldId="329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592051498" sldId="331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3143937989" sldId="332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725884796" sldId="333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018831448" sldId="334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509973757" sldId="335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364201091" sldId="353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3676448160" sldId="354"/>
        </pc:sldMkLst>
      </pc:sldChg>
      <pc:sldChg chg="modSp add del mod ord">
        <pc:chgData name="Fabio Bittencourt" userId="9399af9f441dfb25" providerId="LiveId" clId="{87FEEC51-4A4D-4000-AFF7-19B075429E2B}" dt="2026-04-12T22:38:59.254" v="21699" actId="20577"/>
        <pc:sldMkLst>
          <pc:docMk/>
          <pc:sldMk cId="850751447" sldId="358"/>
        </pc:sldMkLst>
        <pc:spChg chg="mod">
          <ac:chgData name="Fabio Bittencourt" userId="9399af9f441dfb25" providerId="LiveId" clId="{87FEEC51-4A4D-4000-AFF7-19B075429E2B}" dt="2026-04-12T22:38:59.254" v="21699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05557431" sldId="359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3061998109" sldId="360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347726391" sldId="361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1418223151" sldId="362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4095174770" sldId="363"/>
        </pc:sldMkLst>
      </pc:sldChg>
      <pc:sldChg chg="modSp del mod">
        <pc:chgData name="Fabio Bittencourt" userId="9399af9f441dfb25" providerId="LiveId" clId="{87FEEC51-4A4D-4000-AFF7-19B075429E2B}" dt="2026-04-12T22:40:37.251" v="21739" actId="47"/>
        <pc:sldMkLst>
          <pc:docMk/>
          <pc:sldMk cId="1606239993" sldId="364"/>
        </pc:sldMkLst>
        <pc:spChg chg="mod">
          <ac:chgData name="Fabio Bittencourt" userId="9399af9f441dfb25" providerId="LiveId" clId="{87FEEC51-4A4D-4000-AFF7-19B075429E2B}" dt="2026-04-12T18:13:56.715" v="14437" actId="20577"/>
          <ac:spMkLst>
            <pc:docMk/>
            <pc:sldMk cId="1606239993" sldId="364"/>
            <ac:spMk id="4" creationId="{D036ECE1-321E-8DF3-5D06-B719C29C0F6B}"/>
          </ac:spMkLst>
        </pc:spChg>
        <pc:spChg chg="mod">
          <ac:chgData name="Fabio Bittencourt" userId="9399af9f441dfb25" providerId="LiveId" clId="{87FEEC51-4A4D-4000-AFF7-19B075429E2B}" dt="2026-04-12T22:40:28.474" v="21736" actId="20577"/>
          <ac:spMkLst>
            <pc:docMk/>
            <pc:sldMk cId="1606239993" sldId="364"/>
            <ac:spMk id="6" creationId="{D8124009-02A9-177C-3F54-950A3298EB93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3225874041" sldId="365"/>
        </pc:sldMkLst>
      </pc:sldChg>
      <pc:sldChg chg="modSp add del mod ord">
        <pc:chgData name="Fabio Bittencourt" userId="9399af9f441dfb25" providerId="LiveId" clId="{87FEEC51-4A4D-4000-AFF7-19B075429E2B}" dt="2026-04-12T22:40:37.251" v="21739" actId="47"/>
        <pc:sldMkLst>
          <pc:docMk/>
          <pc:sldMk cId="3919729817" sldId="365"/>
        </pc:sldMkLst>
        <pc:spChg chg="mod">
          <ac:chgData name="Fabio Bittencourt" userId="9399af9f441dfb25" providerId="LiveId" clId="{87FEEC51-4A4D-4000-AFF7-19B075429E2B}" dt="2026-04-12T21:23:57.684" v="21511" actId="20577"/>
          <ac:spMkLst>
            <pc:docMk/>
            <pc:sldMk cId="3919729817" sldId="365"/>
            <ac:spMk id="6" creationId="{EFBE92FD-3EA8-32EC-80BF-C31104CA6722}"/>
          </ac:spMkLst>
        </pc:spChg>
      </pc:sldChg>
      <pc:sldChg chg="modSp add del mod">
        <pc:chgData name="Fabio Bittencourt" userId="9399af9f441dfb25" providerId="LiveId" clId="{87FEEC51-4A4D-4000-AFF7-19B075429E2B}" dt="2026-04-12T22:40:37.251" v="21739" actId="47"/>
        <pc:sldMkLst>
          <pc:docMk/>
          <pc:sldMk cId="729071451" sldId="366"/>
        </pc:sldMkLst>
        <pc:spChg chg="mod">
          <ac:chgData name="Fabio Bittencourt" userId="9399af9f441dfb25" providerId="LiveId" clId="{87FEEC51-4A4D-4000-AFF7-19B075429E2B}" dt="2026-04-12T18:48:03.667" v="16275" actId="6549"/>
          <ac:spMkLst>
            <pc:docMk/>
            <pc:sldMk cId="729071451" sldId="366"/>
            <ac:spMk id="6" creationId="{8BBFDAB8-9CD9-251E-ABB6-AF4F73422CA2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1987650763" sldId="366"/>
        </pc:sldMkLst>
      </pc:sldChg>
      <pc:sldChg chg="modSp add del mod">
        <pc:chgData name="Fabio Bittencourt" userId="9399af9f441dfb25" providerId="LiveId" clId="{87FEEC51-4A4D-4000-AFF7-19B075429E2B}" dt="2026-04-12T22:40:37.251" v="21739" actId="47"/>
        <pc:sldMkLst>
          <pc:docMk/>
          <pc:sldMk cId="2296390226" sldId="367"/>
        </pc:sldMkLst>
        <pc:spChg chg="mod">
          <ac:chgData name="Fabio Bittencourt" userId="9399af9f441dfb25" providerId="LiveId" clId="{87FEEC51-4A4D-4000-AFF7-19B075429E2B}" dt="2026-04-12T18:58:01.936" v="17181" actId="313"/>
          <ac:spMkLst>
            <pc:docMk/>
            <pc:sldMk cId="2296390226" sldId="367"/>
            <ac:spMk id="6" creationId="{18B730F0-12EB-070A-5F17-96A9E617F679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3700232467" sldId="367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624917076" sldId="368"/>
        </pc:sldMkLst>
      </pc:sldChg>
      <pc:sldChg chg="addSp modSp add del mod">
        <pc:chgData name="Fabio Bittencourt" userId="9399af9f441dfb25" providerId="LiveId" clId="{87FEEC51-4A4D-4000-AFF7-19B075429E2B}" dt="2026-04-12T22:40:37.251" v="21739" actId="47"/>
        <pc:sldMkLst>
          <pc:docMk/>
          <pc:sldMk cId="1026277295" sldId="368"/>
        </pc:sldMkLst>
        <pc:spChg chg="add mod">
          <ac:chgData name="Fabio Bittencourt" userId="9399af9f441dfb25" providerId="LiveId" clId="{87FEEC51-4A4D-4000-AFF7-19B075429E2B}" dt="2026-04-12T19:11:55.433" v="17648" actId="6549"/>
          <ac:spMkLst>
            <pc:docMk/>
            <pc:sldMk cId="1026277295" sldId="368"/>
            <ac:spMk id="3" creationId="{8DF7C0C4-15E9-67ED-E37B-7D4650A8C4B1}"/>
          </ac:spMkLst>
        </pc:spChg>
        <pc:spChg chg="mod">
          <ac:chgData name="Fabio Bittencourt" userId="9399af9f441dfb25" providerId="LiveId" clId="{87FEEC51-4A4D-4000-AFF7-19B075429E2B}" dt="2026-04-12T19:17:22.366" v="17911" actId="20577"/>
          <ac:spMkLst>
            <pc:docMk/>
            <pc:sldMk cId="1026277295" sldId="368"/>
            <ac:spMk id="6" creationId="{45B53673-E3C7-4492-1F76-906A5B8B9391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707765808" sldId="369"/>
        </pc:sldMkLst>
      </pc:sldChg>
      <pc:sldChg chg="delSp modSp add del mod">
        <pc:chgData name="Fabio Bittencourt" userId="9399af9f441dfb25" providerId="LiveId" clId="{87FEEC51-4A4D-4000-AFF7-19B075429E2B}" dt="2026-04-12T22:40:37.251" v="21739" actId="47"/>
        <pc:sldMkLst>
          <pc:docMk/>
          <pc:sldMk cId="3413111045" sldId="369"/>
        </pc:sldMkLst>
        <pc:spChg chg="del">
          <ac:chgData name="Fabio Bittencourt" userId="9399af9f441dfb25" providerId="LiveId" clId="{87FEEC51-4A4D-4000-AFF7-19B075429E2B}" dt="2026-04-12T19:24:35.591" v="17919" actId="478"/>
          <ac:spMkLst>
            <pc:docMk/>
            <pc:sldMk cId="3413111045" sldId="369"/>
            <ac:spMk id="3" creationId="{0B2CF915-4FCF-EE40-30A8-A71CD96EEC64}"/>
          </ac:spMkLst>
        </pc:spChg>
        <pc:spChg chg="mod">
          <ac:chgData name="Fabio Bittencourt" userId="9399af9f441dfb25" providerId="LiveId" clId="{87FEEC51-4A4D-4000-AFF7-19B075429E2B}" dt="2026-04-12T19:43:07.293" v="18675" actId="20577"/>
          <ac:spMkLst>
            <pc:docMk/>
            <pc:sldMk cId="3413111045" sldId="369"/>
            <ac:spMk id="6" creationId="{12D25695-846F-4EE3-5688-BA89645B2CFE}"/>
          </ac:spMkLst>
        </pc:spChg>
      </pc:sldChg>
      <pc:sldChg chg="addSp delSp modSp add del mod ord">
        <pc:chgData name="Fabio Bittencourt" userId="9399af9f441dfb25" providerId="LiveId" clId="{87FEEC51-4A4D-4000-AFF7-19B075429E2B}" dt="2026-04-12T22:40:37.251" v="21739" actId="47"/>
        <pc:sldMkLst>
          <pc:docMk/>
          <pc:sldMk cId="1643523888" sldId="370"/>
        </pc:sldMkLst>
        <pc:spChg chg="mod">
          <ac:chgData name="Fabio Bittencourt" userId="9399af9f441dfb25" providerId="LiveId" clId="{87FEEC51-4A4D-4000-AFF7-19B075429E2B}" dt="2026-04-12T20:27:16.149" v="19842" actId="20577"/>
          <ac:spMkLst>
            <pc:docMk/>
            <pc:sldMk cId="1643523888" sldId="370"/>
            <ac:spMk id="6" creationId="{692E9ACE-2D2A-D732-623A-ADE2D1910C56}"/>
          </ac:spMkLst>
        </pc:spChg>
        <pc:picChg chg="add mod">
          <ac:chgData name="Fabio Bittencourt" userId="9399af9f441dfb25" providerId="LiveId" clId="{87FEEC51-4A4D-4000-AFF7-19B075429E2B}" dt="2026-04-12T20:27:55.424" v="19847" actId="1076"/>
          <ac:picMkLst>
            <pc:docMk/>
            <pc:sldMk cId="1643523888" sldId="370"/>
            <ac:picMk id="3" creationId="{9A71265F-BEB0-F5D0-DB8A-C88568318494}"/>
          </ac:picMkLst>
        </pc:picChg>
        <pc:picChg chg="add del mod">
          <ac:chgData name="Fabio Bittencourt" userId="9399af9f441dfb25" providerId="LiveId" clId="{87FEEC51-4A4D-4000-AFF7-19B075429E2B}" dt="2026-04-12T20:28:32.655" v="19852" actId="478"/>
          <ac:picMkLst>
            <pc:docMk/>
            <pc:sldMk cId="1643523888" sldId="370"/>
            <ac:picMk id="7" creationId="{31F828D8-730F-24CD-246E-BB357E0E22A9}"/>
          </ac:picMkLst>
        </pc:picChg>
        <pc:picChg chg="add del mod">
          <ac:chgData name="Fabio Bittencourt" userId="9399af9f441dfb25" providerId="LiveId" clId="{87FEEC51-4A4D-4000-AFF7-19B075429E2B}" dt="2026-04-12T20:28:49.619" v="19855" actId="478"/>
          <ac:picMkLst>
            <pc:docMk/>
            <pc:sldMk cId="1643523888" sldId="370"/>
            <ac:picMk id="9" creationId="{76D348A6-ED1B-BBC5-49B1-0B05DEDA4B6F}"/>
          </ac:picMkLst>
        </pc:picChg>
        <pc:picChg chg="add mod">
          <ac:chgData name="Fabio Bittencourt" userId="9399af9f441dfb25" providerId="LiveId" clId="{87FEEC51-4A4D-4000-AFF7-19B075429E2B}" dt="2026-04-12T20:29:18.007" v="19859" actId="1076"/>
          <ac:picMkLst>
            <pc:docMk/>
            <pc:sldMk cId="1643523888" sldId="370"/>
            <ac:picMk id="11" creationId="{CD440A41-B5F2-F3DD-27CE-918B8CE751BD}"/>
          </ac:picMkLst>
        </pc:pic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1671104969" sldId="370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407840775" sldId="371"/>
        </pc:sldMkLst>
      </pc:sldChg>
      <pc:sldChg chg="modSp add del mod">
        <pc:chgData name="Fabio Bittencourt" userId="9399af9f441dfb25" providerId="LiveId" clId="{87FEEC51-4A4D-4000-AFF7-19B075429E2B}" dt="2026-04-12T22:40:37.251" v="21739" actId="47"/>
        <pc:sldMkLst>
          <pc:docMk/>
          <pc:sldMk cId="977118573" sldId="371"/>
        </pc:sldMkLst>
        <pc:spChg chg="mod">
          <ac:chgData name="Fabio Bittencourt" userId="9399af9f441dfb25" providerId="LiveId" clId="{87FEEC51-4A4D-4000-AFF7-19B075429E2B}" dt="2026-04-12T19:52:45.057" v="19289" actId="255"/>
          <ac:spMkLst>
            <pc:docMk/>
            <pc:sldMk cId="977118573" sldId="371"/>
            <ac:spMk id="6" creationId="{CA753917-2009-D452-87DF-F3AF61B2D528}"/>
          </ac:spMkLst>
        </pc:spChg>
      </pc:sldChg>
      <pc:sldChg chg="delSp modSp add del mod">
        <pc:chgData name="Fabio Bittencourt" userId="9399af9f441dfb25" providerId="LiveId" clId="{87FEEC51-4A4D-4000-AFF7-19B075429E2B}" dt="2026-04-12T22:40:37.251" v="21739" actId="47"/>
        <pc:sldMkLst>
          <pc:docMk/>
          <pc:sldMk cId="37589250" sldId="372"/>
        </pc:sldMkLst>
        <pc:spChg chg="mod">
          <ac:chgData name="Fabio Bittencourt" userId="9399af9f441dfb25" providerId="LiveId" clId="{87FEEC51-4A4D-4000-AFF7-19B075429E2B}" dt="2026-04-12T20:54:40.899" v="20720" actId="20577"/>
          <ac:spMkLst>
            <pc:docMk/>
            <pc:sldMk cId="37589250" sldId="372"/>
            <ac:spMk id="6" creationId="{479CC5F2-3C0D-9935-37BD-FBA933B03489}"/>
          </ac:spMkLst>
        </pc:spChg>
        <pc:picChg chg="del">
          <ac:chgData name="Fabio Bittencourt" userId="9399af9f441dfb25" providerId="LiveId" clId="{87FEEC51-4A4D-4000-AFF7-19B075429E2B}" dt="2026-04-12T20:38:20.592" v="19863" actId="478"/>
          <ac:picMkLst>
            <pc:docMk/>
            <pc:sldMk cId="37589250" sldId="372"/>
            <ac:picMk id="3" creationId="{F73782ED-2CA0-9FCC-CE30-4F62B5E022F1}"/>
          </ac:picMkLst>
        </pc:picChg>
        <pc:picChg chg="del">
          <ac:chgData name="Fabio Bittencourt" userId="9399af9f441dfb25" providerId="LiveId" clId="{87FEEC51-4A4D-4000-AFF7-19B075429E2B}" dt="2026-04-12T20:38:19.889" v="19862" actId="478"/>
          <ac:picMkLst>
            <pc:docMk/>
            <pc:sldMk cId="37589250" sldId="372"/>
            <ac:picMk id="11" creationId="{04ED669A-B8E1-0DA2-5178-9C3225828BF7}"/>
          </ac:picMkLst>
        </pc:pic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733412145" sldId="372"/>
        </pc:sldMkLst>
      </pc:sldChg>
      <pc:sldChg chg="modSp add del mod">
        <pc:chgData name="Fabio Bittencourt" userId="9399af9f441dfb25" providerId="LiveId" clId="{87FEEC51-4A4D-4000-AFF7-19B075429E2B}" dt="2026-04-12T22:40:37.251" v="21739" actId="47"/>
        <pc:sldMkLst>
          <pc:docMk/>
          <pc:sldMk cId="2059148936" sldId="373"/>
        </pc:sldMkLst>
        <pc:spChg chg="mod">
          <ac:chgData name="Fabio Bittencourt" userId="9399af9f441dfb25" providerId="LiveId" clId="{87FEEC51-4A4D-4000-AFF7-19B075429E2B}" dt="2026-04-12T20:57:47.988" v="21056" actId="20577"/>
          <ac:spMkLst>
            <pc:docMk/>
            <pc:sldMk cId="2059148936" sldId="373"/>
            <ac:spMk id="6" creationId="{21CE823E-C4AE-CCDC-C7B6-7FCC48436095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2731909001" sldId="373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1092723661" sldId="374"/>
        </pc:sldMkLst>
      </pc:sldChg>
      <pc:sldChg chg="modSp add del mod">
        <pc:chgData name="Fabio Bittencourt" userId="9399af9f441dfb25" providerId="LiveId" clId="{87FEEC51-4A4D-4000-AFF7-19B075429E2B}" dt="2026-04-12T21:23:46.863" v="21505" actId="47"/>
        <pc:sldMkLst>
          <pc:docMk/>
          <pc:sldMk cId="2078618535" sldId="374"/>
        </pc:sldMkLst>
        <pc:spChg chg="mod">
          <ac:chgData name="Fabio Bittencourt" userId="9399af9f441dfb25" providerId="LiveId" clId="{87FEEC51-4A4D-4000-AFF7-19B075429E2B}" dt="2026-04-12T21:22:19.748" v="21504" actId="20577"/>
          <ac:spMkLst>
            <pc:docMk/>
            <pc:sldMk cId="2078618535" sldId="374"/>
            <ac:spMk id="6" creationId="{9EDDDCBC-78D9-183D-1671-F3341CD62AC2}"/>
          </ac:spMkLst>
        </pc:spChg>
      </pc:sldChg>
      <pc:sldChg chg="modSp add del mod">
        <pc:chgData name="Fabio Bittencourt" userId="9399af9f441dfb25" providerId="LiveId" clId="{87FEEC51-4A4D-4000-AFF7-19B075429E2B}" dt="2026-04-12T21:24:55.045" v="21520" actId="47"/>
        <pc:sldMkLst>
          <pc:docMk/>
          <pc:sldMk cId="2205185190" sldId="374"/>
        </pc:sldMkLst>
        <pc:spChg chg="mod">
          <ac:chgData name="Fabio Bittencourt" userId="9399af9f441dfb25" providerId="LiveId" clId="{87FEEC51-4A4D-4000-AFF7-19B075429E2B}" dt="2026-04-12T21:24:07.992" v="21518" actId="20577"/>
          <ac:spMkLst>
            <pc:docMk/>
            <pc:sldMk cId="2205185190" sldId="374"/>
            <ac:spMk id="4" creationId="{6A6FDB23-6D38-8099-5E49-DF46C6C5D433}"/>
          </ac:spMkLst>
        </pc:spChg>
        <pc:spChg chg="mod">
          <ac:chgData name="Fabio Bittencourt" userId="9399af9f441dfb25" providerId="LiveId" clId="{87FEEC51-4A4D-4000-AFF7-19B075429E2B}" dt="2026-04-12T21:24:52.744" v="21519" actId="6549"/>
          <ac:spMkLst>
            <pc:docMk/>
            <pc:sldMk cId="2205185190" sldId="374"/>
            <ac:spMk id="6" creationId="{154D4E2E-DE26-43AB-D906-308D14ECCFC8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4052385589" sldId="374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1328602063" sldId="375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3401918893" sldId="375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448195546" sldId="376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3376788362" sldId="376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2474521378" sldId="377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3055853512" sldId="377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1838604557" sldId="378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360177565" sldId="378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682672578" sldId="379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3665010770" sldId="380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99215723" sldId="381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910829966" sldId="382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653692021" sldId="383"/>
        </pc:sldMkLst>
      </pc:sldChg>
      <pc:sldChg chg="add del">
        <pc:chgData name="Fabio Bittencourt" userId="9399af9f441dfb25" providerId="LiveId" clId="{87FEEC51-4A4D-4000-AFF7-19B075429E2B}" dt="2026-04-12T22:40:37.251" v="21739" actId="47"/>
        <pc:sldMkLst>
          <pc:docMk/>
          <pc:sldMk cId="2292841688" sldId="384"/>
        </pc:sldMkLst>
      </pc:sldChg>
      <pc:sldChg chg="modSp add mod ord">
        <pc:chgData name="Fabio Bittencourt" userId="9399af9f441dfb25" providerId="LiveId" clId="{87FEEC51-4A4D-4000-AFF7-19B075429E2B}" dt="2026-04-12T22:40:08.725" v="21735" actId="20577"/>
        <pc:sldMkLst>
          <pc:docMk/>
          <pc:sldMk cId="1624693146" sldId="385"/>
        </pc:sldMkLst>
        <pc:spChg chg="mod">
          <ac:chgData name="Fabio Bittencourt" userId="9399af9f441dfb25" providerId="LiveId" clId="{87FEEC51-4A4D-4000-AFF7-19B075429E2B}" dt="2026-04-12T22:40:08.725" v="21735" actId="20577"/>
          <ac:spMkLst>
            <pc:docMk/>
            <pc:sldMk cId="1624693146" sldId="385"/>
            <ac:spMk id="6" creationId="{23BCCD4D-49FC-EF9E-7536-151959D3C66E}"/>
          </ac:spMkLst>
        </pc:spChg>
      </pc:sldChg>
      <pc:sldChg chg="modSp add mod">
        <pc:chgData name="Fabio Bittencourt" userId="9399af9f441dfb25" providerId="LiveId" clId="{87FEEC51-4A4D-4000-AFF7-19B075429E2B}" dt="2026-04-12T23:07:59.095" v="22257" actId="20577"/>
        <pc:sldMkLst>
          <pc:docMk/>
          <pc:sldMk cId="4104329185" sldId="386"/>
        </pc:sldMkLst>
        <pc:spChg chg="mod">
          <ac:chgData name="Fabio Bittencourt" userId="9399af9f441dfb25" providerId="LiveId" clId="{87FEEC51-4A4D-4000-AFF7-19B075429E2B}" dt="2026-04-12T23:07:59.095" v="22257" actId="20577"/>
          <ac:spMkLst>
            <pc:docMk/>
            <pc:sldMk cId="4104329185" sldId="386"/>
            <ac:spMk id="6" creationId="{CDCAEF1C-4CF1-CBAA-1DE0-407F53DB329B}"/>
          </ac:spMkLst>
        </pc:spChg>
      </pc:sldChg>
    </pc:docChg>
  </pc:docChgLst>
  <pc:docChgLst>
    <pc:chgData name="Fabio Bittencourt" userId="9399af9f441dfb25" providerId="Windows Live" clId="Web-{DAD84DB3-91C5-7848-65C5-5D5604D12E2F}"/>
    <pc:docChg chg="addSld delSld modSld sldOrd">
      <pc:chgData name="Fabio Bittencourt" userId="9399af9f441dfb25" providerId="Windows Live" clId="Web-{DAD84DB3-91C5-7848-65C5-5D5604D12E2F}" dt="2026-03-22T18:44:50.718" v="2106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Impact"/>
              </a:rPr>
              <a:t>Estatística Aplicada – Aula 9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3FC5-6986-330D-82AB-94E426CB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FFC78-E2EF-7447-00DF-606150B7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Impact"/>
              </a:rPr>
              <a:t>Trabalho de Extensão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85075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1EA3-E380-71FE-DEFE-8DBDFCFE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E9F31C-3C67-CFE1-D84A-64CA770EF21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3BCCD4D-49FC-EF9E-7536-151959D3C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3958"/>
                </a:solidFill>
              </a:rPr>
              <a:t>Isso aqui vocês já devem estar ok: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Selecionem quais os arquivos dentre as 18 bases que vocês irão utilizar;</a:t>
            </a:r>
            <a:endParaRPr lang="pt-BR" dirty="0">
              <a:solidFill>
                <a:srgbClr val="898989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Vocês devem utilizar uma base final (já unificada) de pelo menos 20 mil registros;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Escolham a sua variável alvo;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Escolham pelo menos 25 variáveis que vocês acreditam que possuem relação com o fenômeno;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Façam a correlação da variável alvo com as 25;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Destas pelo menos 15 devem ter menos que –0.3 ou mais que 0.3;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Caso não possuam, busquem mais 10 variáveis e repitam esse processo até que possuam 15 variáveis bem correlacionadas e a variável alvo (16 variáveis no total no mínimo).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246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2DD3-BDC0-ED7C-FD16-E2DD8C38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042CF8-204D-A3C6-7406-F78D2FFB42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DCAEF1C-4CF1-CBAA-1DE0-407F53DB3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3958"/>
                </a:solidFill>
              </a:rPr>
              <a:t>O que iremos fazer hoje: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Irei sentar com cada grupo e analisar a entrega anterior;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Auxiliar com possíveis problemas que vocês estejam tendo;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highlight>
                  <a:srgbClr val="FFFF00"/>
                </a:highlight>
                <a:ea typeface="Calibri" panose="020F0502020204030204"/>
                <a:cs typeface="Calibri" panose="020F0502020204030204"/>
              </a:rPr>
              <a:t>Pegarem a série de dados da variável alvo de vocês e testarem a normalidade usando o SW Teste, caso ela não seja normal, testar os exercícios para a normalização da aula anterior;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Após os passos anteriores, mostrar ao professor novamente, estando tudo certo estão dispensados.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0432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11947</TotalTime>
  <Words>211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Impact</vt:lpstr>
      <vt:lpstr>Wingdings</vt:lpstr>
      <vt:lpstr>Tema do Office</vt:lpstr>
      <vt:lpstr>Estatística Aplicada – Aula 9</vt:lpstr>
      <vt:lpstr>Trabalho de Extensão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Gustavo D'agostin Zanelato</cp:lastModifiedBy>
  <cp:revision>587</cp:revision>
  <dcterms:created xsi:type="dcterms:W3CDTF">2019-02-19T21:17:49Z</dcterms:created>
  <dcterms:modified xsi:type="dcterms:W3CDTF">2026-05-12T11:48:46Z</dcterms:modified>
</cp:coreProperties>
</file>