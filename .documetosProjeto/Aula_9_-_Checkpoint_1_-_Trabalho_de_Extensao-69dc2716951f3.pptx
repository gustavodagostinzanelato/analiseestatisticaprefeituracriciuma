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358" r:id="rId3"/>
    <p:sldId id="385" r:id="rId4"/>
    <p:sldId id="386" r:id="rId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9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9F89D1-B062-4A58-95BD-BFA80A5D17B9}" v="250" dt="2026-04-12T21:25:41.234"/>
    <p1510:client id="{D384D474-E9AE-4AAC-A1CE-BB30FBF26235}" v="1" dt="2026-04-12T22:39:58.79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62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840" y="31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bio Bittencourt" userId="9399af9f441dfb25" providerId="Windows Live" clId="Web-{2AF0A566-C3E4-ED3D-F01A-00C85511E102}"/>
    <pc:docChg chg="addSld delSld modSld sldOrd">
      <pc:chgData name="Fabio Bittencourt" userId="9399af9f441dfb25" providerId="Windows Live" clId="Web-{2AF0A566-C3E4-ED3D-F01A-00C85511E102}" dt="2026-04-01T19:21:37.304" v="2357" actId="1076"/>
      <pc:docMkLst>
        <pc:docMk/>
      </pc:docMkLst>
      <pc:sldChg chg="modSp">
        <pc:chgData name="Fabio Bittencourt" userId="9399af9f441dfb25" providerId="Windows Live" clId="Web-{2AF0A566-C3E4-ED3D-F01A-00C85511E102}" dt="2026-04-01T17:34:10.176" v="0" actId="20577"/>
        <pc:sldMkLst>
          <pc:docMk/>
          <pc:sldMk cId="1766138550" sldId="256"/>
        </pc:sldMkLst>
        <pc:spChg chg="mod">
          <ac:chgData name="Fabio Bittencourt" userId="9399af9f441dfb25" providerId="Windows Live" clId="Web-{2AF0A566-C3E4-ED3D-F01A-00C85511E102}" dt="2026-04-01T17:34:10.176" v="0" actId="20577"/>
          <ac:spMkLst>
            <pc:docMk/>
            <pc:sldMk cId="1766138550" sldId="256"/>
            <ac:spMk id="2" creationId="{00000000-0000-0000-0000-000000000000}"/>
          </ac:spMkLst>
        </pc:spChg>
      </pc:sldChg>
      <pc:sldChg chg="modSp ord">
        <pc:chgData name="Fabio Bittencourt" userId="9399af9f441dfb25" providerId="Windows Live" clId="Web-{2AF0A566-C3E4-ED3D-F01A-00C85511E102}" dt="2026-04-01T17:36:36.429" v="24" actId="20577"/>
        <pc:sldMkLst>
          <pc:docMk/>
          <pc:sldMk cId="850751447" sldId="358"/>
        </pc:sldMkLst>
        <pc:spChg chg="mod">
          <ac:chgData name="Fabio Bittencourt" userId="9399af9f441dfb25" providerId="Windows Live" clId="Web-{2AF0A566-C3E4-ED3D-F01A-00C85511E102}" dt="2026-04-01T17:36:36.429" v="24" actId="20577"/>
          <ac:spMkLst>
            <pc:docMk/>
            <pc:sldMk cId="850751447" sldId="358"/>
            <ac:spMk id="2" creationId="{FB8FFC78-E2EF-7447-00DF-606150B77D44}"/>
          </ac:spMkLst>
        </pc:spChg>
      </pc:sldChg>
    </pc:docChg>
  </pc:docChgLst>
  <pc:docChgLst>
    <pc:chgData name="Fabio Bittencourt" userId="9399af9f441dfb25" providerId="LiveId" clId="{87FEEC51-4A4D-4000-AFF7-19B075429E2B}"/>
    <pc:docChg chg="undo redo custSel addSld delSld modSld sldOrd">
      <pc:chgData name="Fabio Bittencourt" userId="9399af9f441dfb25" providerId="LiveId" clId="{87FEEC51-4A4D-4000-AFF7-19B075429E2B}" dt="2026-04-12T23:07:59.095" v="22257" actId="20577"/>
      <pc:docMkLst>
        <pc:docMk/>
      </pc:docMkLst>
      <pc:sldChg chg="modSp add del mod">
        <pc:chgData name="Fabio Bittencourt" userId="9399af9f441dfb25" providerId="LiveId" clId="{87FEEC51-4A4D-4000-AFF7-19B075429E2B}" dt="2026-04-12T22:35:23.173" v="21673" actId="20577"/>
        <pc:sldMkLst>
          <pc:docMk/>
          <pc:sldMk cId="1766138550" sldId="256"/>
        </pc:sldMkLst>
        <pc:spChg chg="mod">
          <ac:chgData name="Fabio Bittencourt" userId="9399af9f441dfb25" providerId="LiveId" clId="{87FEEC51-4A4D-4000-AFF7-19B075429E2B}" dt="2026-04-12T22:35:23.173" v="21673" actId="20577"/>
          <ac:spMkLst>
            <pc:docMk/>
            <pc:sldMk cId="1766138550" sldId="256"/>
            <ac:spMk id="2" creationId="{00000000-0000-0000-0000-000000000000}"/>
          </ac:spMkLst>
        </pc:spChg>
      </pc:sldChg>
      <pc:sldChg chg="add del">
        <pc:chgData name="Fabio Bittencourt" userId="9399af9f441dfb25" providerId="LiveId" clId="{87FEEC51-4A4D-4000-AFF7-19B075429E2B}" dt="2026-04-12T22:40:39.371" v="21740" actId="47"/>
        <pc:sldMkLst>
          <pc:docMk/>
          <pc:sldMk cId="2664982127" sldId="262"/>
        </pc:sldMkLst>
      </pc:sldChg>
      <pc:sldChg chg="modSp add del mod">
        <pc:chgData name="Fabio Bittencourt" userId="9399af9f441dfb25" providerId="LiveId" clId="{87FEEC51-4A4D-4000-AFF7-19B075429E2B}" dt="2026-04-12T22:40:37.251" v="21739" actId="47"/>
        <pc:sldMkLst>
          <pc:docMk/>
          <pc:sldMk cId="2629856369" sldId="311"/>
        </pc:sldMkLst>
        <pc:spChg chg="mod">
          <ac:chgData name="Fabio Bittencourt" userId="9399af9f441dfb25" providerId="LiveId" clId="{87FEEC51-4A4D-4000-AFF7-19B075429E2B}" dt="2026-04-12T21:26:35.507" v="21671" actId="6549"/>
          <ac:spMkLst>
            <pc:docMk/>
            <pc:sldMk cId="2629856369" sldId="311"/>
            <ac:spMk id="6" creationId="{8A0BAE10-A955-4236-9445-F72EEE14E523}"/>
          </ac:spMkLst>
        </pc:spChg>
      </pc:sldChg>
      <pc:sldChg chg="add del">
        <pc:chgData name="Fabio Bittencourt" userId="9399af9f441dfb25" providerId="LiveId" clId="{87FEEC51-4A4D-4000-AFF7-19B075429E2B}" dt="2026-04-12T22:40:37.251" v="21739" actId="47"/>
        <pc:sldMkLst>
          <pc:docMk/>
          <pc:sldMk cId="2108065391" sldId="312"/>
        </pc:sldMkLst>
      </pc:sldChg>
      <pc:sldChg chg="add del">
        <pc:chgData name="Fabio Bittencourt" userId="9399af9f441dfb25" providerId="LiveId" clId="{87FEEC51-4A4D-4000-AFF7-19B075429E2B}" dt="2026-04-12T22:40:37.251" v="21739" actId="47"/>
        <pc:sldMkLst>
          <pc:docMk/>
          <pc:sldMk cId="2750185819" sldId="313"/>
        </pc:sldMkLst>
      </pc:sldChg>
      <pc:sldChg chg="add del">
        <pc:chgData name="Fabio Bittencourt" userId="9399af9f441dfb25" providerId="LiveId" clId="{87FEEC51-4A4D-4000-AFF7-19B075429E2B}" dt="2026-04-12T22:40:37.251" v="21739" actId="47"/>
        <pc:sldMkLst>
          <pc:docMk/>
          <pc:sldMk cId="2948230643" sldId="321"/>
        </pc:sldMkLst>
      </pc:sldChg>
      <pc:sldChg chg="add del">
        <pc:chgData name="Fabio Bittencourt" userId="9399af9f441dfb25" providerId="LiveId" clId="{87FEEC51-4A4D-4000-AFF7-19B075429E2B}" dt="2026-04-12T22:40:37.251" v="21739" actId="47"/>
        <pc:sldMkLst>
          <pc:docMk/>
          <pc:sldMk cId="590022433" sldId="329"/>
        </pc:sldMkLst>
      </pc:sldChg>
      <pc:sldChg chg="add del">
        <pc:chgData name="Fabio Bittencourt" userId="9399af9f441dfb25" providerId="LiveId" clId="{87FEEC51-4A4D-4000-AFF7-19B075429E2B}" dt="2026-04-12T22:40:37.251" v="21739" actId="47"/>
        <pc:sldMkLst>
          <pc:docMk/>
          <pc:sldMk cId="2592051498" sldId="331"/>
        </pc:sldMkLst>
      </pc:sldChg>
      <pc:sldChg chg="add del">
        <pc:chgData name="Fabio Bittencourt" userId="9399af9f441dfb25" providerId="LiveId" clId="{87FEEC51-4A4D-4000-AFF7-19B075429E2B}" dt="2026-04-12T22:40:37.251" v="21739" actId="47"/>
        <pc:sldMkLst>
          <pc:docMk/>
          <pc:sldMk cId="3143937989" sldId="332"/>
        </pc:sldMkLst>
      </pc:sldChg>
      <pc:sldChg chg="add del">
        <pc:chgData name="Fabio Bittencourt" userId="9399af9f441dfb25" providerId="LiveId" clId="{87FEEC51-4A4D-4000-AFF7-19B075429E2B}" dt="2026-04-12T22:40:37.251" v="21739" actId="47"/>
        <pc:sldMkLst>
          <pc:docMk/>
          <pc:sldMk cId="725884796" sldId="333"/>
        </pc:sldMkLst>
      </pc:sldChg>
      <pc:sldChg chg="add del">
        <pc:chgData name="Fabio Bittencourt" userId="9399af9f441dfb25" providerId="LiveId" clId="{87FEEC51-4A4D-4000-AFF7-19B075429E2B}" dt="2026-04-12T22:40:37.251" v="21739" actId="47"/>
        <pc:sldMkLst>
          <pc:docMk/>
          <pc:sldMk cId="2018831448" sldId="334"/>
        </pc:sldMkLst>
      </pc:sldChg>
      <pc:sldChg chg="add del">
        <pc:chgData name="Fabio Bittencourt" userId="9399af9f441dfb25" providerId="LiveId" clId="{87FEEC51-4A4D-4000-AFF7-19B075429E2B}" dt="2026-04-12T22:40:37.251" v="21739" actId="47"/>
        <pc:sldMkLst>
          <pc:docMk/>
          <pc:sldMk cId="2509973757" sldId="335"/>
        </pc:sldMkLst>
      </pc:sldChg>
      <pc:sldChg chg="add del">
        <pc:chgData name="Fabio Bittencourt" userId="9399af9f441dfb25" providerId="LiveId" clId="{87FEEC51-4A4D-4000-AFF7-19B075429E2B}" dt="2026-04-12T22:40:37.251" v="21739" actId="47"/>
        <pc:sldMkLst>
          <pc:docMk/>
          <pc:sldMk cId="2364201091" sldId="353"/>
        </pc:sldMkLst>
      </pc:sldChg>
      <pc:sldChg chg="add del">
        <pc:chgData name="Fabio Bittencourt" userId="9399af9f441dfb25" providerId="LiveId" clId="{87FEEC51-4A4D-4000-AFF7-19B075429E2B}" dt="2026-04-12T22:40:37.251" v="21739" actId="47"/>
        <pc:sldMkLst>
          <pc:docMk/>
          <pc:sldMk cId="3676448160" sldId="354"/>
        </pc:sldMkLst>
      </pc:sldChg>
      <pc:sldChg chg="modSp add del mod ord">
        <pc:chgData name="Fabio Bittencourt" userId="9399af9f441dfb25" providerId="LiveId" clId="{87FEEC51-4A4D-4000-AFF7-19B075429E2B}" dt="2026-04-12T22:38:59.254" v="21699" actId="20577"/>
        <pc:sldMkLst>
          <pc:docMk/>
          <pc:sldMk cId="850751447" sldId="358"/>
        </pc:sldMkLst>
        <pc:spChg chg="mod">
          <ac:chgData name="Fabio Bittencourt" userId="9399af9f441dfb25" providerId="LiveId" clId="{87FEEC51-4A4D-4000-AFF7-19B075429E2B}" dt="2026-04-12T22:38:59.254" v="21699" actId="20577"/>
          <ac:spMkLst>
            <pc:docMk/>
            <pc:sldMk cId="850751447" sldId="358"/>
            <ac:spMk id="2" creationId="{FB8FFC78-E2EF-7447-00DF-606150B77D44}"/>
          </ac:spMkLst>
        </pc:spChg>
      </pc:sldChg>
      <pc:sldChg chg="add del">
        <pc:chgData name="Fabio Bittencourt" userId="9399af9f441dfb25" providerId="LiveId" clId="{87FEEC51-4A4D-4000-AFF7-19B075429E2B}" dt="2026-04-12T22:40:37.251" v="21739" actId="47"/>
        <pc:sldMkLst>
          <pc:docMk/>
          <pc:sldMk cId="205557431" sldId="359"/>
        </pc:sldMkLst>
      </pc:sldChg>
      <pc:sldChg chg="add del">
        <pc:chgData name="Fabio Bittencourt" userId="9399af9f441dfb25" providerId="LiveId" clId="{87FEEC51-4A4D-4000-AFF7-19B075429E2B}" dt="2026-04-12T22:40:37.251" v="21739" actId="47"/>
        <pc:sldMkLst>
          <pc:docMk/>
          <pc:sldMk cId="3061998109" sldId="360"/>
        </pc:sldMkLst>
      </pc:sldChg>
      <pc:sldChg chg="add del">
        <pc:chgData name="Fabio Bittencourt" userId="9399af9f441dfb25" providerId="LiveId" clId="{87FEEC51-4A4D-4000-AFF7-19B075429E2B}" dt="2026-04-12T22:40:37.251" v="21739" actId="47"/>
        <pc:sldMkLst>
          <pc:docMk/>
          <pc:sldMk cId="347726391" sldId="361"/>
        </pc:sldMkLst>
      </pc:sldChg>
      <pc:sldChg chg="add del">
        <pc:chgData name="Fabio Bittencourt" userId="9399af9f441dfb25" providerId="LiveId" clId="{87FEEC51-4A4D-4000-AFF7-19B075429E2B}" dt="2026-04-12T22:40:37.251" v="21739" actId="47"/>
        <pc:sldMkLst>
          <pc:docMk/>
          <pc:sldMk cId="1418223151" sldId="362"/>
        </pc:sldMkLst>
      </pc:sldChg>
      <pc:sldChg chg="add del">
        <pc:chgData name="Fabio Bittencourt" userId="9399af9f441dfb25" providerId="LiveId" clId="{87FEEC51-4A4D-4000-AFF7-19B075429E2B}" dt="2026-04-12T22:40:37.251" v="21739" actId="47"/>
        <pc:sldMkLst>
          <pc:docMk/>
          <pc:sldMk cId="4095174770" sldId="363"/>
        </pc:sldMkLst>
      </pc:sldChg>
      <pc:sldChg chg="modSp del mod">
        <pc:chgData name="Fabio Bittencourt" userId="9399af9f441dfb25" providerId="LiveId" clId="{87FEEC51-4A4D-4000-AFF7-19B075429E2B}" dt="2026-04-12T22:40:37.251" v="21739" actId="47"/>
        <pc:sldMkLst>
          <pc:docMk/>
          <pc:sldMk cId="1606239993" sldId="364"/>
        </pc:sldMkLst>
        <pc:spChg chg="mod">
          <ac:chgData name="Fabio Bittencourt" userId="9399af9f441dfb25" providerId="LiveId" clId="{87FEEC51-4A4D-4000-AFF7-19B075429E2B}" dt="2026-04-12T18:13:56.715" v="14437" actId="20577"/>
          <ac:spMkLst>
            <pc:docMk/>
            <pc:sldMk cId="1606239993" sldId="364"/>
            <ac:spMk id="4" creationId="{D036ECE1-321E-8DF3-5D06-B719C29C0F6B}"/>
          </ac:spMkLst>
        </pc:spChg>
        <pc:spChg chg="mod">
          <ac:chgData name="Fabio Bittencourt" userId="9399af9f441dfb25" providerId="LiveId" clId="{87FEEC51-4A4D-4000-AFF7-19B075429E2B}" dt="2026-04-12T22:40:28.474" v="21736" actId="20577"/>
          <ac:spMkLst>
            <pc:docMk/>
            <pc:sldMk cId="1606239993" sldId="364"/>
            <ac:spMk id="6" creationId="{D8124009-02A9-177C-3F54-950A3298EB93}"/>
          </ac:spMkLst>
        </pc:spChg>
      </pc:sldChg>
      <pc:sldChg chg="modSp add del mod">
        <pc:chgData name="Fabio Bittencourt" userId="9399af9f441dfb25" providerId="LiveId" clId="{87FEEC51-4A4D-4000-AFF7-19B075429E2B}" dt="2026-04-12T18:14:02.978" v="14438" actId="47"/>
        <pc:sldMkLst>
          <pc:docMk/>
          <pc:sldMk cId="3225874041" sldId="365"/>
        </pc:sldMkLst>
      </pc:sldChg>
      <pc:sldChg chg="modSp add del mod ord">
        <pc:chgData name="Fabio Bittencourt" userId="9399af9f441dfb25" providerId="LiveId" clId="{87FEEC51-4A4D-4000-AFF7-19B075429E2B}" dt="2026-04-12T22:40:37.251" v="21739" actId="47"/>
        <pc:sldMkLst>
          <pc:docMk/>
          <pc:sldMk cId="3919729817" sldId="365"/>
        </pc:sldMkLst>
        <pc:spChg chg="mod">
          <ac:chgData name="Fabio Bittencourt" userId="9399af9f441dfb25" providerId="LiveId" clId="{87FEEC51-4A4D-4000-AFF7-19B075429E2B}" dt="2026-04-12T21:23:57.684" v="21511" actId="20577"/>
          <ac:spMkLst>
            <pc:docMk/>
            <pc:sldMk cId="3919729817" sldId="365"/>
            <ac:spMk id="6" creationId="{EFBE92FD-3EA8-32EC-80BF-C31104CA6722}"/>
          </ac:spMkLst>
        </pc:spChg>
      </pc:sldChg>
      <pc:sldChg chg="modSp add del mod">
        <pc:chgData name="Fabio Bittencourt" userId="9399af9f441dfb25" providerId="LiveId" clId="{87FEEC51-4A4D-4000-AFF7-19B075429E2B}" dt="2026-04-12T22:40:37.251" v="21739" actId="47"/>
        <pc:sldMkLst>
          <pc:docMk/>
          <pc:sldMk cId="729071451" sldId="366"/>
        </pc:sldMkLst>
        <pc:spChg chg="mod">
          <ac:chgData name="Fabio Bittencourt" userId="9399af9f441dfb25" providerId="LiveId" clId="{87FEEC51-4A4D-4000-AFF7-19B075429E2B}" dt="2026-04-12T18:48:03.667" v="16275" actId="6549"/>
          <ac:spMkLst>
            <pc:docMk/>
            <pc:sldMk cId="729071451" sldId="366"/>
            <ac:spMk id="6" creationId="{8BBFDAB8-9CD9-251E-ABB6-AF4F73422CA2}"/>
          </ac:spMkLst>
        </pc:spChg>
      </pc:sldChg>
      <pc:sldChg chg="modSp add del mod">
        <pc:chgData name="Fabio Bittencourt" userId="9399af9f441dfb25" providerId="LiveId" clId="{87FEEC51-4A4D-4000-AFF7-19B075429E2B}" dt="2026-04-12T18:14:02.978" v="14438" actId="47"/>
        <pc:sldMkLst>
          <pc:docMk/>
          <pc:sldMk cId="1987650763" sldId="366"/>
        </pc:sldMkLst>
      </pc:sldChg>
      <pc:sldChg chg="modSp add del mod">
        <pc:chgData name="Fabio Bittencourt" userId="9399af9f441dfb25" providerId="LiveId" clId="{87FEEC51-4A4D-4000-AFF7-19B075429E2B}" dt="2026-04-12T22:40:37.251" v="21739" actId="47"/>
        <pc:sldMkLst>
          <pc:docMk/>
          <pc:sldMk cId="2296390226" sldId="367"/>
        </pc:sldMkLst>
        <pc:spChg chg="mod">
          <ac:chgData name="Fabio Bittencourt" userId="9399af9f441dfb25" providerId="LiveId" clId="{87FEEC51-4A4D-4000-AFF7-19B075429E2B}" dt="2026-04-12T18:58:01.936" v="17181" actId="313"/>
          <ac:spMkLst>
            <pc:docMk/>
            <pc:sldMk cId="2296390226" sldId="367"/>
            <ac:spMk id="6" creationId="{18B730F0-12EB-070A-5F17-96A9E617F679}"/>
          </ac:spMkLst>
        </pc:spChg>
      </pc:sldChg>
      <pc:sldChg chg="modSp add del mod">
        <pc:chgData name="Fabio Bittencourt" userId="9399af9f441dfb25" providerId="LiveId" clId="{87FEEC51-4A4D-4000-AFF7-19B075429E2B}" dt="2026-04-12T18:14:02.978" v="14438" actId="47"/>
        <pc:sldMkLst>
          <pc:docMk/>
          <pc:sldMk cId="3700232467" sldId="367"/>
        </pc:sldMkLst>
      </pc:sldChg>
      <pc:sldChg chg="modSp add del mod">
        <pc:chgData name="Fabio Bittencourt" userId="9399af9f441dfb25" providerId="LiveId" clId="{87FEEC51-4A4D-4000-AFF7-19B075429E2B}" dt="2026-04-12T18:14:02.978" v="14438" actId="47"/>
        <pc:sldMkLst>
          <pc:docMk/>
          <pc:sldMk cId="624917076" sldId="368"/>
        </pc:sldMkLst>
      </pc:sldChg>
      <pc:sldChg chg="addSp modSp add del mod">
        <pc:chgData name="Fabio Bittencourt" userId="9399af9f441dfb25" providerId="LiveId" clId="{87FEEC51-4A4D-4000-AFF7-19B075429E2B}" dt="2026-04-12T22:40:37.251" v="21739" actId="47"/>
        <pc:sldMkLst>
          <pc:docMk/>
          <pc:sldMk cId="1026277295" sldId="368"/>
        </pc:sldMkLst>
        <pc:spChg chg="add mod">
          <ac:chgData name="Fabio Bittencourt" userId="9399af9f441dfb25" providerId="LiveId" clId="{87FEEC51-4A4D-4000-AFF7-19B075429E2B}" dt="2026-04-12T19:11:55.433" v="17648" actId="6549"/>
          <ac:spMkLst>
            <pc:docMk/>
            <pc:sldMk cId="1026277295" sldId="368"/>
            <ac:spMk id="3" creationId="{8DF7C0C4-15E9-67ED-E37B-7D4650A8C4B1}"/>
          </ac:spMkLst>
        </pc:spChg>
        <pc:spChg chg="mod">
          <ac:chgData name="Fabio Bittencourt" userId="9399af9f441dfb25" providerId="LiveId" clId="{87FEEC51-4A4D-4000-AFF7-19B075429E2B}" dt="2026-04-12T19:17:22.366" v="17911" actId="20577"/>
          <ac:spMkLst>
            <pc:docMk/>
            <pc:sldMk cId="1026277295" sldId="368"/>
            <ac:spMk id="6" creationId="{45B53673-E3C7-4492-1F76-906A5B8B9391}"/>
          </ac:spMkLst>
        </pc:spChg>
      </pc:sldChg>
      <pc:sldChg chg="modSp add del mod">
        <pc:chgData name="Fabio Bittencourt" userId="9399af9f441dfb25" providerId="LiveId" clId="{87FEEC51-4A4D-4000-AFF7-19B075429E2B}" dt="2026-04-12T18:14:02.978" v="14438" actId="47"/>
        <pc:sldMkLst>
          <pc:docMk/>
          <pc:sldMk cId="707765808" sldId="369"/>
        </pc:sldMkLst>
      </pc:sldChg>
      <pc:sldChg chg="delSp modSp add del mod">
        <pc:chgData name="Fabio Bittencourt" userId="9399af9f441dfb25" providerId="LiveId" clId="{87FEEC51-4A4D-4000-AFF7-19B075429E2B}" dt="2026-04-12T22:40:37.251" v="21739" actId="47"/>
        <pc:sldMkLst>
          <pc:docMk/>
          <pc:sldMk cId="3413111045" sldId="369"/>
        </pc:sldMkLst>
        <pc:spChg chg="del">
          <ac:chgData name="Fabio Bittencourt" userId="9399af9f441dfb25" providerId="LiveId" clId="{87FEEC51-4A4D-4000-AFF7-19B075429E2B}" dt="2026-04-12T19:24:35.591" v="17919" actId="478"/>
          <ac:spMkLst>
            <pc:docMk/>
            <pc:sldMk cId="3413111045" sldId="369"/>
            <ac:spMk id="3" creationId="{0B2CF915-4FCF-EE40-30A8-A71CD96EEC64}"/>
          </ac:spMkLst>
        </pc:spChg>
        <pc:spChg chg="mod">
          <ac:chgData name="Fabio Bittencourt" userId="9399af9f441dfb25" providerId="LiveId" clId="{87FEEC51-4A4D-4000-AFF7-19B075429E2B}" dt="2026-04-12T19:43:07.293" v="18675" actId="20577"/>
          <ac:spMkLst>
            <pc:docMk/>
            <pc:sldMk cId="3413111045" sldId="369"/>
            <ac:spMk id="6" creationId="{12D25695-846F-4EE3-5688-BA89645B2CFE}"/>
          </ac:spMkLst>
        </pc:spChg>
      </pc:sldChg>
      <pc:sldChg chg="addSp delSp modSp add del mod ord">
        <pc:chgData name="Fabio Bittencourt" userId="9399af9f441dfb25" providerId="LiveId" clId="{87FEEC51-4A4D-4000-AFF7-19B075429E2B}" dt="2026-04-12T22:40:37.251" v="21739" actId="47"/>
        <pc:sldMkLst>
          <pc:docMk/>
          <pc:sldMk cId="1643523888" sldId="370"/>
        </pc:sldMkLst>
        <pc:spChg chg="mod">
          <ac:chgData name="Fabio Bittencourt" userId="9399af9f441dfb25" providerId="LiveId" clId="{87FEEC51-4A4D-4000-AFF7-19B075429E2B}" dt="2026-04-12T20:27:16.149" v="19842" actId="20577"/>
          <ac:spMkLst>
            <pc:docMk/>
            <pc:sldMk cId="1643523888" sldId="370"/>
            <ac:spMk id="6" creationId="{692E9ACE-2D2A-D732-623A-ADE2D1910C56}"/>
          </ac:spMkLst>
        </pc:spChg>
        <pc:picChg chg="add mod">
          <ac:chgData name="Fabio Bittencourt" userId="9399af9f441dfb25" providerId="LiveId" clId="{87FEEC51-4A4D-4000-AFF7-19B075429E2B}" dt="2026-04-12T20:27:55.424" v="19847" actId="1076"/>
          <ac:picMkLst>
            <pc:docMk/>
            <pc:sldMk cId="1643523888" sldId="370"/>
            <ac:picMk id="3" creationId="{9A71265F-BEB0-F5D0-DB8A-C88568318494}"/>
          </ac:picMkLst>
        </pc:picChg>
        <pc:picChg chg="add del mod">
          <ac:chgData name="Fabio Bittencourt" userId="9399af9f441dfb25" providerId="LiveId" clId="{87FEEC51-4A4D-4000-AFF7-19B075429E2B}" dt="2026-04-12T20:28:32.655" v="19852" actId="478"/>
          <ac:picMkLst>
            <pc:docMk/>
            <pc:sldMk cId="1643523888" sldId="370"/>
            <ac:picMk id="7" creationId="{31F828D8-730F-24CD-246E-BB357E0E22A9}"/>
          </ac:picMkLst>
        </pc:picChg>
        <pc:picChg chg="add del mod">
          <ac:chgData name="Fabio Bittencourt" userId="9399af9f441dfb25" providerId="LiveId" clId="{87FEEC51-4A4D-4000-AFF7-19B075429E2B}" dt="2026-04-12T20:28:49.619" v="19855" actId="478"/>
          <ac:picMkLst>
            <pc:docMk/>
            <pc:sldMk cId="1643523888" sldId="370"/>
            <ac:picMk id="9" creationId="{76D348A6-ED1B-BBC5-49B1-0B05DEDA4B6F}"/>
          </ac:picMkLst>
        </pc:picChg>
        <pc:picChg chg="add mod">
          <ac:chgData name="Fabio Bittencourt" userId="9399af9f441dfb25" providerId="LiveId" clId="{87FEEC51-4A4D-4000-AFF7-19B075429E2B}" dt="2026-04-12T20:29:18.007" v="19859" actId="1076"/>
          <ac:picMkLst>
            <pc:docMk/>
            <pc:sldMk cId="1643523888" sldId="370"/>
            <ac:picMk id="11" creationId="{CD440A41-B5F2-F3DD-27CE-918B8CE751BD}"/>
          </ac:picMkLst>
        </pc:picChg>
      </pc:sldChg>
      <pc:sldChg chg="modSp add del mod">
        <pc:chgData name="Fabio Bittencourt" userId="9399af9f441dfb25" providerId="LiveId" clId="{87FEEC51-4A4D-4000-AFF7-19B075429E2B}" dt="2026-04-12T18:14:02.978" v="14438" actId="47"/>
        <pc:sldMkLst>
          <pc:docMk/>
          <pc:sldMk cId="1671104969" sldId="370"/>
        </pc:sldMkLst>
      </pc:sldChg>
      <pc:sldChg chg="modSp add del mod">
        <pc:chgData name="Fabio Bittencourt" userId="9399af9f441dfb25" providerId="LiveId" clId="{87FEEC51-4A4D-4000-AFF7-19B075429E2B}" dt="2026-04-12T18:14:02.978" v="14438" actId="47"/>
        <pc:sldMkLst>
          <pc:docMk/>
          <pc:sldMk cId="407840775" sldId="371"/>
        </pc:sldMkLst>
      </pc:sldChg>
      <pc:sldChg chg="modSp add del mod">
        <pc:chgData name="Fabio Bittencourt" userId="9399af9f441dfb25" providerId="LiveId" clId="{87FEEC51-4A4D-4000-AFF7-19B075429E2B}" dt="2026-04-12T22:40:37.251" v="21739" actId="47"/>
        <pc:sldMkLst>
          <pc:docMk/>
          <pc:sldMk cId="977118573" sldId="371"/>
        </pc:sldMkLst>
        <pc:spChg chg="mod">
          <ac:chgData name="Fabio Bittencourt" userId="9399af9f441dfb25" providerId="LiveId" clId="{87FEEC51-4A4D-4000-AFF7-19B075429E2B}" dt="2026-04-12T19:52:45.057" v="19289" actId="255"/>
          <ac:spMkLst>
            <pc:docMk/>
            <pc:sldMk cId="977118573" sldId="371"/>
            <ac:spMk id="6" creationId="{CA753917-2009-D452-87DF-F3AF61B2D528}"/>
          </ac:spMkLst>
        </pc:spChg>
      </pc:sldChg>
      <pc:sldChg chg="delSp modSp add del mod">
        <pc:chgData name="Fabio Bittencourt" userId="9399af9f441dfb25" providerId="LiveId" clId="{87FEEC51-4A4D-4000-AFF7-19B075429E2B}" dt="2026-04-12T22:40:37.251" v="21739" actId="47"/>
        <pc:sldMkLst>
          <pc:docMk/>
          <pc:sldMk cId="37589250" sldId="372"/>
        </pc:sldMkLst>
        <pc:spChg chg="mod">
          <ac:chgData name="Fabio Bittencourt" userId="9399af9f441dfb25" providerId="LiveId" clId="{87FEEC51-4A4D-4000-AFF7-19B075429E2B}" dt="2026-04-12T20:54:40.899" v="20720" actId="20577"/>
          <ac:spMkLst>
            <pc:docMk/>
            <pc:sldMk cId="37589250" sldId="372"/>
            <ac:spMk id="6" creationId="{479CC5F2-3C0D-9935-37BD-FBA933B03489}"/>
          </ac:spMkLst>
        </pc:spChg>
        <pc:picChg chg="del">
          <ac:chgData name="Fabio Bittencourt" userId="9399af9f441dfb25" providerId="LiveId" clId="{87FEEC51-4A4D-4000-AFF7-19B075429E2B}" dt="2026-04-12T20:38:20.592" v="19863" actId="478"/>
          <ac:picMkLst>
            <pc:docMk/>
            <pc:sldMk cId="37589250" sldId="372"/>
            <ac:picMk id="3" creationId="{F73782ED-2CA0-9FCC-CE30-4F62B5E022F1}"/>
          </ac:picMkLst>
        </pc:picChg>
        <pc:picChg chg="del">
          <ac:chgData name="Fabio Bittencourt" userId="9399af9f441dfb25" providerId="LiveId" clId="{87FEEC51-4A4D-4000-AFF7-19B075429E2B}" dt="2026-04-12T20:38:19.889" v="19862" actId="478"/>
          <ac:picMkLst>
            <pc:docMk/>
            <pc:sldMk cId="37589250" sldId="372"/>
            <ac:picMk id="11" creationId="{04ED669A-B8E1-0DA2-5178-9C3225828BF7}"/>
          </ac:picMkLst>
        </pc:picChg>
      </pc:sldChg>
      <pc:sldChg chg="modSp add del mod">
        <pc:chgData name="Fabio Bittencourt" userId="9399af9f441dfb25" providerId="LiveId" clId="{87FEEC51-4A4D-4000-AFF7-19B075429E2B}" dt="2026-04-12T18:14:02.978" v="14438" actId="47"/>
        <pc:sldMkLst>
          <pc:docMk/>
          <pc:sldMk cId="733412145" sldId="372"/>
        </pc:sldMkLst>
      </pc:sldChg>
      <pc:sldChg chg="modSp add del mod">
        <pc:chgData name="Fabio Bittencourt" userId="9399af9f441dfb25" providerId="LiveId" clId="{87FEEC51-4A4D-4000-AFF7-19B075429E2B}" dt="2026-04-12T22:40:37.251" v="21739" actId="47"/>
        <pc:sldMkLst>
          <pc:docMk/>
          <pc:sldMk cId="2059148936" sldId="373"/>
        </pc:sldMkLst>
        <pc:spChg chg="mod">
          <ac:chgData name="Fabio Bittencourt" userId="9399af9f441dfb25" providerId="LiveId" clId="{87FEEC51-4A4D-4000-AFF7-19B075429E2B}" dt="2026-04-12T20:57:47.988" v="21056" actId="20577"/>
          <ac:spMkLst>
            <pc:docMk/>
            <pc:sldMk cId="2059148936" sldId="373"/>
            <ac:spMk id="6" creationId="{21CE823E-C4AE-CCDC-C7B6-7FCC48436095}"/>
          </ac:spMkLst>
        </pc:spChg>
      </pc:sldChg>
      <pc:sldChg chg="modSp add del mod">
        <pc:chgData name="Fabio Bittencourt" userId="9399af9f441dfb25" providerId="LiveId" clId="{87FEEC51-4A4D-4000-AFF7-19B075429E2B}" dt="2026-04-12T18:14:02.978" v="14438" actId="47"/>
        <pc:sldMkLst>
          <pc:docMk/>
          <pc:sldMk cId="2731909001" sldId="373"/>
        </pc:sldMkLst>
      </pc:sldChg>
      <pc:sldChg chg="add del">
        <pc:chgData name="Fabio Bittencourt" userId="9399af9f441dfb25" providerId="LiveId" clId="{87FEEC51-4A4D-4000-AFF7-19B075429E2B}" dt="2026-04-12T22:40:37.251" v="21739" actId="47"/>
        <pc:sldMkLst>
          <pc:docMk/>
          <pc:sldMk cId="1092723661" sldId="374"/>
        </pc:sldMkLst>
      </pc:sldChg>
      <pc:sldChg chg="modSp add del mod">
        <pc:chgData name="Fabio Bittencourt" userId="9399af9f441dfb25" providerId="LiveId" clId="{87FEEC51-4A4D-4000-AFF7-19B075429E2B}" dt="2026-04-12T21:23:46.863" v="21505" actId="47"/>
        <pc:sldMkLst>
          <pc:docMk/>
          <pc:sldMk cId="2078618535" sldId="374"/>
        </pc:sldMkLst>
        <pc:spChg chg="mod">
          <ac:chgData name="Fabio Bittencourt" userId="9399af9f441dfb25" providerId="LiveId" clId="{87FEEC51-4A4D-4000-AFF7-19B075429E2B}" dt="2026-04-12T21:22:19.748" v="21504" actId="20577"/>
          <ac:spMkLst>
            <pc:docMk/>
            <pc:sldMk cId="2078618535" sldId="374"/>
            <ac:spMk id="6" creationId="{9EDDDCBC-78D9-183D-1671-F3341CD62AC2}"/>
          </ac:spMkLst>
        </pc:spChg>
      </pc:sldChg>
      <pc:sldChg chg="modSp add del mod">
        <pc:chgData name="Fabio Bittencourt" userId="9399af9f441dfb25" providerId="LiveId" clId="{87FEEC51-4A4D-4000-AFF7-19B075429E2B}" dt="2026-04-12T21:24:55.045" v="21520" actId="47"/>
        <pc:sldMkLst>
          <pc:docMk/>
          <pc:sldMk cId="2205185190" sldId="374"/>
        </pc:sldMkLst>
        <pc:spChg chg="mod">
          <ac:chgData name="Fabio Bittencourt" userId="9399af9f441dfb25" providerId="LiveId" clId="{87FEEC51-4A4D-4000-AFF7-19B075429E2B}" dt="2026-04-12T21:24:07.992" v="21518" actId="20577"/>
          <ac:spMkLst>
            <pc:docMk/>
            <pc:sldMk cId="2205185190" sldId="374"/>
            <ac:spMk id="4" creationId="{6A6FDB23-6D38-8099-5E49-DF46C6C5D433}"/>
          </ac:spMkLst>
        </pc:spChg>
        <pc:spChg chg="mod">
          <ac:chgData name="Fabio Bittencourt" userId="9399af9f441dfb25" providerId="LiveId" clId="{87FEEC51-4A4D-4000-AFF7-19B075429E2B}" dt="2026-04-12T21:24:52.744" v="21519" actId="6549"/>
          <ac:spMkLst>
            <pc:docMk/>
            <pc:sldMk cId="2205185190" sldId="374"/>
            <ac:spMk id="6" creationId="{154D4E2E-DE26-43AB-D906-308D14ECCFC8}"/>
          </ac:spMkLst>
        </pc:spChg>
      </pc:sldChg>
      <pc:sldChg chg="modSp add del mod">
        <pc:chgData name="Fabio Bittencourt" userId="9399af9f441dfb25" providerId="LiveId" clId="{87FEEC51-4A4D-4000-AFF7-19B075429E2B}" dt="2026-04-12T18:14:02.978" v="14438" actId="47"/>
        <pc:sldMkLst>
          <pc:docMk/>
          <pc:sldMk cId="4052385589" sldId="374"/>
        </pc:sldMkLst>
      </pc:sldChg>
      <pc:sldChg chg="add del">
        <pc:chgData name="Fabio Bittencourt" userId="9399af9f441dfb25" providerId="LiveId" clId="{87FEEC51-4A4D-4000-AFF7-19B075429E2B}" dt="2026-04-12T22:40:37.251" v="21739" actId="47"/>
        <pc:sldMkLst>
          <pc:docMk/>
          <pc:sldMk cId="1328602063" sldId="375"/>
        </pc:sldMkLst>
      </pc:sldChg>
      <pc:sldChg chg="modSp add del mod">
        <pc:chgData name="Fabio Bittencourt" userId="9399af9f441dfb25" providerId="LiveId" clId="{87FEEC51-4A4D-4000-AFF7-19B075429E2B}" dt="2026-04-12T18:14:02.978" v="14438" actId="47"/>
        <pc:sldMkLst>
          <pc:docMk/>
          <pc:sldMk cId="3401918893" sldId="375"/>
        </pc:sldMkLst>
      </pc:sldChg>
      <pc:sldChg chg="add del">
        <pc:chgData name="Fabio Bittencourt" userId="9399af9f441dfb25" providerId="LiveId" clId="{87FEEC51-4A4D-4000-AFF7-19B075429E2B}" dt="2026-04-12T22:40:37.251" v="21739" actId="47"/>
        <pc:sldMkLst>
          <pc:docMk/>
          <pc:sldMk cId="2448195546" sldId="376"/>
        </pc:sldMkLst>
      </pc:sldChg>
      <pc:sldChg chg="modSp add del mod">
        <pc:chgData name="Fabio Bittencourt" userId="9399af9f441dfb25" providerId="LiveId" clId="{87FEEC51-4A4D-4000-AFF7-19B075429E2B}" dt="2026-04-12T18:14:02.978" v="14438" actId="47"/>
        <pc:sldMkLst>
          <pc:docMk/>
          <pc:sldMk cId="3376788362" sldId="376"/>
        </pc:sldMkLst>
      </pc:sldChg>
      <pc:sldChg chg="modSp add del mod">
        <pc:chgData name="Fabio Bittencourt" userId="9399af9f441dfb25" providerId="LiveId" clId="{87FEEC51-4A4D-4000-AFF7-19B075429E2B}" dt="2026-04-12T18:14:02.978" v="14438" actId="47"/>
        <pc:sldMkLst>
          <pc:docMk/>
          <pc:sldMk cId="2474521378" sldId="377"/>
        </pc:sldMkLst>
      </pc:sldChg>
      <pc:sldChg chg="add del">
        <pc:chgData name="Fabio Bittencourt" userId="9399af9f441dfb25" providerId="LiveId" clId="{87FEEC51-4A4D-4000-AFF7-19B075429E2B}" dt="2026-04-12T22:40:37.251" v="21739" actId="47"/>
        <pc:sldMkLst>
          <pc:docMk/>
          <pc:sldMk cId="3055853512" sldId="377"/>
        </pc:sldMkLst>
      </pc:sldChg>
      <pc:sldChg chg="modSp add del mod">
        <pc:chgData name="Fabio Bittencourt" userId="9399af9f441dfb25" providerId="LiveId" clId="{87FEEC51-4A4D-4000-AFF7-19B075429E2B}" dt="2026-04-12T18:14:02.978" v="14438" actId="47"/>
        <pc:sldMkLst>
          <pc:docMk/>
          <pc:sldMk cId="1838604557" sldId="378"/>
        </pc:sldMkLst>
      </pc:sldChg>
      <pc:sldChg chg="add del">
        <pc:chgData name="Fabio Bittencourt" userId="9399af9f441dfb25" providerId="LiveId" clId="{87FEEC51-4A4D-4000-AFF7-19B075429E2B}" dt="2026-04-12T22:40:37.251" v="21739" actId="47"/>
        <pc:sldMkLst>
          <pc:docMk/>
          <pc:sldMk cId="2360177565" sldId="378"/>
        </pc:sldMkLst>
      </pc:sldChg>
      <pc:sldChg chg="add del">
        <pc:chgData name="Fabio Bittencourt" userId="9399af9f441dfb25" providerId="LiveId" clId="{87FEEC51-4A4D-4000-AFF7-19B075429E2B}" dt="2026-04-12T22:40:37.251" v="21739" actId="47"/>
        <pc:sldMkLst>
          <pc:docMk/>
          <pc:sldMk cId="682672578" sldId="379"/>
        </pc:sldMkLst>
      </pc:sldChg>
      <pc:sldChg chg="add del">
        <pc:chgData name="Fabio Bittencourt" userId="9399af9f441dfb25" providerId="LiveId" clId="{87FEEC51-4A4D-4000-AFF7-19B075429E2B}" dt="2026-04-12T22:40:37.251" v="21739" actId="47"/>
        <pc:sldMkLst>
          <pc:docMk/>
          <pc:sldMk cId="3665010770" sldId="380"/>
        </pc:sldMkLst>
      </pc:sldChg>
      <pc:sldChg chg="add del">
        <pc:chgData name="Fabio Bittencourt" userId="9399af9f441dfb25" providerId="LiveId" clId="{87FEEC51-4A4D-4000-AFF7-19B075429E2B}" dt="2026-04-12T22:40:37.251" v="21739" actId="47"/>
        <pc:sldMkLst>
          <pc:docMk/>
          <pc:sldMk cId="99215723" sldId="381"/>
        </pc:sldMkLst>
      </pc:sldChg>
      <pc:sldChg chg="add del">
        <pc:chgData name="Fabio Bittencourt" userId="9399af9f441dfb25" providerId="LiveId" clId="{87FEEC51-4A4D-4000-AFF7-19B075429E2B}" dt="2026-04-12T22:40:37.251" v="21739" actId="47"/>
        <pc:sldMkLst>
          <pc:docMk/>
          <pc:sldMk cId="910829966" sldId="382"/>
        </pc:sldMkLst>
      </pc:sldChg>
      <pc:sldChg chg="add del">
        <pc:chgData name="Fabio Bittencourt" userId="9399af9f441dfb25" providerId="LiveId" clId="{87FEEC51-4A4D-4000-AFF7-19B075429E2B}" dt="2026-04-12T22:40:37.251" v="21739" actId="47"/>
        <pc:sldMkLst>
          <pc:docMk/>
          <pc:sldMk cId="2653692021" sldId="383"/>
        </pc:sldMkLst>
      </pc:sldChg>
      <pc:sldChg chg="add del">
        <pc:chgData name="Fabio Bittencourt" userId="9399af9f441dfb25" providerId="LiveId" clId="{87FEEC51-4A4D-4000-AFF7-19B075429E2B}" dt="2026-04-12T22:40:37.251" v="21739" actId="47"/>
        <pc:sldMkLst>
          <pc:docMk/>
          <pc:sldMk cId="2292841688" sldId="384"/>
        </pc:sldMkLst>
      </pc:sldChg>
      <pc:sldChg chg="modSp add mod ord">
        <pc:chgData name="Fabio Bittencourt" userId="9399af9f441dfb25" providerId="LiveId" clId="{87FEEC51-4A4D-4000-AFF7-19B075429E2B}" dt="2026-04-12T22:40:08.725" v="21735" actId="20577"/>
        <pc:sldMkLst>
          <pc:docMk/>
          <pc:sldMk cId="1624693146" sldId="385"/>
        </pc:sldMkLst>
        <pc:spChg chg="mod">
          <ac:chgData name="Fabio Bittencourt" userId="9399af9f441dfb25" providerId="LiveId" clId="{87FEEC51-4A4D-4000-AFF7-19B075429E2B}" dt="2026-04-12T22:40:08.725" v="21735" actId="20577"/>
          <ac:spMkLst>
            <pc:docMk/>
            <pc:sldMk cId="1624693146" sldId="385"/>
            <ac:spMk id="6" creationId="{23BCCD4D-49FC-EF9E-7536-151959D3C66E}"/>
          </ac:spMkLst>
        </pc:spChg>
      </pc:sldChg>
      <pc:sldChg chg="modSp add mod">
        <pc:chgData name="Fabio Bittencourt" userId="9399af9f441dfb25" providerId="LiveId" clId="{87FEEC51-4A4D-4000-AFF7-19B075429E2B}" dt="2026-04-12T23:07:59.095" v="22257" actId="20577"/>
        <pc:sldMkLst>
          <pc:docMk/>
          <pc:sldMk cId="4104329185" sldId="386"/>
        </pc:sldMkLst>
        <pc:spChg chg="mod">
          <ac:chgData name="Fabio Bittencourt" userId="9399af9f441dfb25" providerId="LiveId" clId="{87FEEC51-4A4D-4000-AFF7-19B075429E2B}" dt="2026-04-12T23:07:59.095" v="22257" actId="20577"/>
          <ac:spMkLst>
            <pc:docMk/>
            <pc:sldMk cId="4104329185" sldId="386"/>
            <ac:spMk id="6" creationId="{CDCAEF1C-4CF1-CBAA-1DE0-407F53DB329B}"/>
          </ac:spMkLst>
        </pc:spChg>
      </pc:sldChg>
    </pc:docChg>
  </pc:docChgLst>
  <pc:docChgLst>
    <pc:chgData name="Fabio Bittencourt" userId="9399af9f441dfb25" providerId="Windows Live" clId="Web-{DAD84DB3-91C5-7848-65C5-5D5604D12E2F}"/>
    <pc:docChg chg="addSld delSld modSld sldOrd">
      <pc:chgData name="Fabio Bittencourt" userId="9399af9f441dfb25" providerId="Windows Live" clId="Web-{DAD84DB3-91C5-7848-65C5-5D5604D12E2F}" dt="2026-03-22T18:44:50.718" v="2106" actId="20577"/>
      <pc:docMkLst>
        <pc:docMk/>
      </pc:docMkLst>
    </pc:docChg>
  </pc:docChgLst>
  <pc:docChgLst>
    <pc:chgData name="Fabio Bittencourt" userId="9399af9f441dfb25" providerId="Windows Live" clId="Web-{929FFA45-AD16-8426-4576-15CAB10173A6}"/>
    <pc:docChg chg="modSld">
      <pc:chgData name="Fabio Bittencourt" userId="9399af9f441dfb25" providerId="Windows Live" clId="Web-{929FFA45-AD16-8426-4576-15CAB10173A6}" dt="2026-04-02T16:56:02.753" v="3" actId="20577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9ED787-ECF9-4317-9B3F-01368C487912}" type="datetimeFigureOut">
              <a:rPr lang="pt-BR" smtClean="0"/>
              <a:t>12/04/2026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B9BCC3-7EAB-4662-B118-F1D740721A4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55393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m 1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522658" y="-10003"/>
            <a:ext cx="6669342" cy="6868003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8DBC2051-7AF2-4D6F-9135-589CE4137C5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888" r="11351"/>
          <a:stretch/>
        </p:blipFill>
        <p:spPr>
          <a:xfrm>
            <a:off x="0" y="0"/>
            <a:ext cx="5336998" cy="6858000"/>
          </a:xfrm>
          <a:prstGeom prst="flowChartDelay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640B3ACD-FF88-40B0-8AD9-B0BC4EB9F40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503141" y="2076426"/>
            <a:ext cx="2243122" cy="2705148"/>
          </a:xfrm>
          <a:prstGeom prst="rect">
            <a:avLst/>
          </a:prstGeom>
        </p:spPr>
      </p:pic>
      <p:sp>
        <p:nvSpPr>
          <p:cNvPr id="2" name="Título 1"/>
          <p:cNvSpPr>
            <a:spLocks noGrp="1"/>
          </p:cNvSpPr>
          <p:nvPr>
            <p:ph type="ctrTitle" hasCustomPrompt="1"/>
          </p:nvPr>
        </p:nvSpPr>
        <p:spPr>
          <a:xfrm>
            <a:off x="6246253" y="2678805"/>
            <a:ext cx="5808371" cy="831157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rgbClr val="003958"/>
                </a:solidFill>
                <a:latin typeface="Impact" panose="020B0806030902050204" pitchFamily="34" charset="0"/>
              </a:defRPr>
            </a:lvl1pPr>
          </a:lstStyle>
          <a:p>
            <a:r>
              <a:rPr lang="pt-BR" dirty="0"/>
              <a:t>Título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 hasCustomPrompt="1"/>
          </p:nvPr>
        </p:nvSpPr>
        <p:spPr>
          <a:xfrm>
            <a:off x="5522658" y="4845969"/>
            <a:ext cx="6553229" cy="476226"/>
          </a:xfrm>
        </p:spPr>
        <p:txBody>
          <a:bodyPr>
            <a:normAutofit/>
          </a:bodyPr>
          <a:lstStyle>
            <a:lvl1pPr marL="0" indent="0" algn="r">
              <a:buNone/>
              <a:defRPr sz="4000">
                <a:solidFill>
                  <a:srgbClr val="003958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dirty="0"/>
              <a:t>Professor</a:t>
            </a:r>
          </a:p>
        </p:txBody>
      </p:sp>
    </p:spTree>
    <p:extLst>
      <p:ext uri="{BB962C8B-B14F-4D97-AF65-F5344CB8AC3E}">
        <p14:creationId xmlns:p14="http://schemas.microsoft.com/office/powerpoint/2010/main" val="18244204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64050" y="4554895"/>
            <a:ext cx="8762236" cy="2121676"/>
          </a:xfrm>
        </p:spPr>
        <p:txBody>
          <a:bodyPr>
            <a:normAutofit/>
          </a:bodyPr>
          <a:lstStyle>
            <a:lvl1pPr>
              <a:defRPr sz="6000" b="1">
                <a:solidFill>
                  <a:srgbClr val="003958"/>
                </a:solidFill>
                <a:latin typeface="Impact" panose="020B0806030902050204" pitchFamily="34" charset="0"/>
              </a:defRPr>
            </a:lvl1pPr>
          </a:lstStyle>
          <a:p>
            <a:r>
              <a:rPr lang="pt-BR" dirty="0"/>
              <a:t>Assunto</a:t>
            </a:r>
          </a:p>
        </p:txBody>
      </p:sp>
      <p:pic>
        <p:nvPicPr>
          <p:cNvPr id="9" name="Imagem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85265" y="0"/>
            <a:ext cx="5715000" cy="3952875"/>
          </a:xfrm>
          <a:prstGeom prst="rect">
            <a:avLst/>
          </a:prstGeom>
        </p:spPr>
      </p:pic>
      <p:pic>
        <p:nvPicPr>
          <p:cNvPr id="10" name="Imagem 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743950" y="0"/>
            <a:ext cx="34480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59600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88333" y="5705475"/>
            <a:ext cx="1000125" cy="1152525"/>
          </a:xfrm>
          <a:prstGeom prst="rect">
            <a:avLst/>
          </a:prstGeom>
        </p:spPr>
      </p:pic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>
          <a:xfrm>
            <a:off x="10566398" y="5892800"/>
            <a:ext cx="1600200" cy="935266"/>
          </a:xfrm>
        </p:spPr>
        <p:txBody>
          <a:bodyPr/>
          <a:lstStyle>
            <a:lvl1pPr>
              <a:defRPr sz="6000">
                <a:solidFill>
                  <a:schemeClr val="bg1"/>
                </a:solidFill>
                <a:latin typeface="Impact" panose="020B0806030902050204" pitchFamily="34" charset="0"/>
              </a:defRPr>
            </a:lvl1pPr>
          </a:lstStyle>
          <a:p>
            <a:fld id="{F4E6BF57-4B4C-490B-A6E3-54A944D4DF67}" type="slidenum">
              <a:rPr lang="pt-BR" smtClean="0"/>
              <a:pPr/>
              <a:t>‹nº›</a:t>
            </a:fld>
            <a:endParaRPr lang="pt-BR"/>
          </a:p>
        </p:txBody>
      </p:sp>
      <p:pic>
        <p:nvPicPr>
          <p:cNvPr id="7" name="Imagem 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600200" cy="1524000"/>
          </a:xfrm>
          <a:prstGeom prst="rect">
            <a:avLst/>
          </a:prstGeom>
        </p:spPr>
      </p:pic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831850" y="1880057"/>
            <a:ext cx="10356483" cy="4491713"/>
          </a:xfrm>
        </p:spPr>
        <p:txBody>
          <a:bodyPr/>
          <a:lstStyle>
            <a:lvl1pPr marL="0" indent="0">
              <a:buNone/>
              <a:defRPr sz="2400" u="none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dirty="0"/>
              <a:t>Digite aqui</a:t>
            </a:r>
          </a:p>
        </p:txBody>
      </p:sp>
      <p:sp>
        <p:nvSpPr>
          <p:cNvPr id="12" name="Espaço Reservado para Texto 2"/>
          <p:cNvSpPr>
            <a:spLocks noGrp="1"/>
          </p:cNvSpPr>
          <p:nvPr>
            <p:ph type="body" idx="13" hasCustomPrompt="1"/>
          </p:nvPr>
        </p:nvSpPr>
        <p:spPr>
          <a:xfrm>
            <a:off x="831850" y="356058"/>
            <a:ext cx="11200493" cy="1182909"/>
          </a:xfrm>
        </p:spPr>
        <p:txBody>
          <a:bodyPr>
            <a:normAutofit/>
          </a:bodyPr>
          <a:lstStyle>
            <a:lvl1pPr marL="0" indent="0">
              <a:buNone/>
              <a:defRPr sz="4800" u="none">
                <a:solidFill>
                  <a:srgbClr val="003958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23567470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88333" y="5705475"/>
            <a:ext cx="1000125" cy="1152525"/>
          </a:xfrm>
          <a:prstGeom prst="rect">
            <a:avLst/>
          </a:prstGeom>
        </p:spPr>
      </p:pic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>
          <a:xfrm>
            <a:off x="10566398" y="5892800"/>
            <a:ext cx="1600200" cy="935266"/>
          </a:xfrm>
        </p:spPr>
        <p:txBody>
          <a:bodyPr/>
          <a:lstStyle>
            <a:lvl1pPr>
              <a:defRPr sz="6000">
                <a:solidFill>
                  <a:schemeClr val="bg1"/>
                </a:solidFill>
                <a:latin typeface="Impact" panose="020B0806030902050204" pitchFamily="34" charset="0"/>
              </a:defRPr>
            </a:lvl1pPr>
          </a:lstStyle>
          <a:p>
            <a:fld id="{F4E6BF57-4B4C-490B-A6E3-54A944D4DF67}" type="slidenum">
              <a:rPr lang="pt-BR" smtClean="0"/>
              <a:pPr/>
              <a:t>‹nº›</a:t>
            </a:fld>
            <a:endParaRPr lang="pt-BR"/>
          </a:p>
        </p:txBody>
      </p:sp>
      <p:pic>
        <p:nvPicPr>
          <p:cNvPr id="7" name="Imagem 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600200" cy="1524000"/>
          </a:xfrm>
          <a:prstGeom prst="rect">
            <a:avLst/>
          </a:prstGeom>
        </p:spPr>
      </p:pic>
      <p:sp>
        <p:nvSpPr>
          <p:cNvPr id="12" name="Espaço Reservado para Texto 2"/>
          <p:cNvSpPr>
            <a:spLocks noGrp="1"/>
          </p:cNvSpPr>
          <p:nvPr>
            <p:ph type="body" idx="13" hasCustomPrompt="1"/>
          </p:nvPr>
        </p:nvSpPr>
        <p:spPr>
          <a:xfrm>
            <a:off x="831850" y="356058"/>
            <a:ext cx="11200493" cy="1182909"/>
          </a:xfrm>
        </p:spPr>
        <p:txBody>
          <a:bodyPr>
            <a:normAutofit/>
          </a:bodyPr>
          <a:lstStyle>
            <a:lvl1pPr marL="0" indent="0">
              <a:buNone/>
              <a:defRPr sz="4800" u="none">
                <a:solidFill>
                  <a:srgbClr val="003958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Texto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948773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88333" y="5705475"/>
            <a:ext cx="1000125" cy="1152525"/>
          </a:xfrm>
          <a:prstGeom prst="rect">
            <a:avLst/>
          </a:prstGeom>
        </p:spPr>
      </p:pic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>
          <a:xfrm>
            <a:off x="10566398" y="5892800"/>
            <a:ext cx="1600200" cy="935266"/>
          </a:xfrm>
        </p:spPr>
        <p:txBody>
          <a:bodyPr/>
          <a:lstStyle>
            <a:lvl1pPr>
              <a:defRPr sz="6000">
                <a:solidFill>
                  <a:schemeClr val="bg1"/>
                </a:solidFill>
                <a:latin typeface="Impact" panose="020B0806030902050204" pitchFamily="34" charset="0"/>
              </a:defRPr>
            </a:lvl1pPr>
          </a:lstStyle>
          <a:p>
            <a:fld id="{F4E6BF57-4B4C-490B-A6E3-54A944D4DF67}" type="slidenum">
              <a:rPr lang="pt-BR" smtClean="0"/>
              <a:pPr/>
              <a:t>‹nº›</a:t>
            </a:fld>
            <a:endParaRPr lang="pt-BR"/>
          </a:p>
        </p:txBody>
      </p:sp>
      <p:pic>
        <p:nvPicPr>
          <p:cNvPr id="7" name="Imagem 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600200" cy="1524000"/>
          </a:xfrm>
          <a:prstGeom prst="rect">
            <a:avLst/>
          </a:prstGeom>
        </p:spPr>
      </p:pic>
      <p:sp>
        <p:nvSpPr>
          <p:cNvPr id="12" name="Espaço Reservado para Texto 2"/>
          <p:cNvSpPr>
            <a:spLocks noGrp="1"/>
          </p:cNvSpPr>
          <p:nvPr>
            <p:ph type="body" idx="13" hasCustomPrompt="1"/>
          </p:nvPr>
        </p:nvSpPr>
        <p:spPr>
          <a:xfrm>
            <a:off x="831850" y="356058"/>
            <a:ext cx="11200493" cy="1182909"/>
          </a:xfrm>
        </p:spPr>
        <p:txBody>
          <a:bodyPr>
            <a:normAutofit/>
          </a:bodyPr>
          <a:lstStyle>
            <a:lvl1pPr marL="0" indent="0">
              <a:buNone/>
              <a:defRPr sz="4800" u="none">
                <a:solidFill>
                  <a:srgbClr val="003958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BR" dirty="0"/>
          </a:p>
        </p:txBody>
      </p:sp>
      <p:sp>
        <p:nvSpPr>
          <p:cNvPr id="10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1603831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88333" y="5705475"/>
            <a:ext cx="1000125" cy="1152525"/>
          </a:xfrm>
          <a:prstGeom prst="rect">
            <a:avLst/>
          </a:prstGeom>
        </p:spPr>
      </p:pic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>
          <a:xfrm>
            <a:off x="10566398" y="5892800"/>
            <a:ext cx="1600200" cy="935266"/>
          </a:xfrm>
        </p:spPr>
        <p:txBody>
          <a:bodyPr/>
          <a:lstStyle>
            <a:lvl1pPr>
              <a:defRPr sz="6000">
                <a:solidFill>
                  <a:schemeClr val="bg1"/>
                </a:solidFill>
                <a:latin typeface="Impact" panose="020B0806030902050204" pitchFamily="34" charset="0"/>
              </a:defRPr>
            </a:lvl1pPr>
          </a:lstStyle>
          <a:p>
            <a:fld id="{F4E6BF57-4B4C-490B-A6E3-54A944D4DF67}" type="slidenum">
              <a:rPr lang="pt-BR" smtClean="0"/>
              <a:pPr/>
              <a:t>‹nº›</a:t>
            </a:fld>
            <a:endParaRPr lang="pt-BR"/>
          </a:p>
        </p:txBody>
      </p:sp>
      <p:pic>
        <p:nvPicPr>
          <p:cNvPr id="7" name="Imagem 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600200" cy="1524000"/>
          </a:xfrm>
          <a:prstGeom prst="rect">
            <a:avLst/>
          </a:prstGeom>
        </p:spPr>
      </p:pic>
      <p:sp>
        <p:nvSpPr>
          <p:cNvPr id="12" name="Espaço Reservado para Texto 2"/>
          <p:cNvSpPr>
            <a:spLocks noGrp="1"/>
          </p:cNvSpPr>
          <p:nvPr>
            <p:ph type="body" idx="13" hasCustomPrompt="1"/>
          </p:nvPr>
        </p:nvSpPr>
        <p:spPr>
          <a:xfrm>
            <a:off x="831850" y="356058"/>
            <a:ext cx="11200493" cy="1182909"/>
          </a:xfrm>
        </p:spPr>
        <p:txBody>
          <a:bodyPr>
            <a:normAutofit/>
          </a:bodyPr>
          <a:lstStyle>
            <a:lvl1pPr marL="0" indent="0">
              <a:buNone/>
              <a:defRPr sz="4800" u="none">
                <a:solidFill>
                  <a:srgbClr val="003958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2612571"/>
            <a:ext cx="5181600" cy="3564392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BR" dirty="0"/>
          </a:p>
        </p:txBody>
      </p:sp>
      <p:sp>
        <p:nvSpPr>
          <p:cNvPr id="10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2612571"/>
            <a:ext cx="5181600" cy="3564392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11" name="Espaço Reservado para Texto 2"/>
          <p:cNvSpPr>
            <a:spLocks noGrp="1"/>
          </p:cNvSpPr>
          <p:nvPr>
            <p:ph type="body" idx="14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13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</p:spTree>
    <p:extLst>
      <p:ext uri="{BB962C8B-B14F-4D97-AF65-F5344CB8AC3E}">
        <p14:creationId xmlns:p14="http://schemas.microsoft.com/office/powerpoint/2010/main" val="32296359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E6BF57-4B4C-490B-A6E3-54A944D4DF6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6353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2" r:id="rId4"/>
    <p:sldLayoutId id="2147483660" r:id="rId5"/>
    <p:sldLayoutId id="2147483661" r:id="rId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267516" y="3239914"/>
            <a:ext cx="5808371" cy="831157"/>
          </a:xfrm>
        </p:spPr>
        <p:txBody>
          <a:bodyPr>
            <a:normAutofit fontScale="90000"/>
          </a:bodyPr>
          <a:lstStyle/>
          <a:p>
            <a:r>
              <a:rPr lang="pt-BR" dirty="0">
                <a:latin typeface="Impact"/>
              </a:rPr>
              <a:t>Estatística Aplicada – Aula 9</a:t>
            </a:r>
            <a:endParaRPr lang="pt-B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 dirty="0"/>
              <a:t>Prof. Fábio de Bittencourt</a:t>
            </a:r>
          </a:p>
        </p:txBody>
      </p:sp>
    </p:spTree>
    <p:extLst>
      <p:ext uri="{BB962C8B-B14F-4D97-AF65-F5344CB8AC3E}">
        <p14:creationId xmlns:p14="http://schemas.microsoft.com/office/powerpoint/2010/main" val="1766138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7694"/>
    </mc:Choice>
    <mc:Fallback xmlns="">
      <p:transition spd="slow" advTm="97694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D3FC5-6986-330D-82AB-94E426CB8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8FFC78-E2EF-7447-00DF-606150B77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>
                <a:latin typeface="Impact"/>
              </a:rPr>
              <a:t>Trabalho de Extensão</a:t>
            </a:r>
            <a:endParaRPr lang="en-US" dirty="0" err="1"/>
          </a:p>
        </p:txBody>
      </p:sp>
    </p:spTree>
    <p:extLst>
      <p:ext uri="{BB962C8B-B14F-4D97-AF65-F5344CB8AC3E}">
        <p14:creationId xmlns:p14="http://schemas.microsoft.com/office/powerpoint/2010/main" val="8507514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4106"/>
    </mc:Choice>
    <mc:Fallback xmlns="">
      <p:transition spd="slow" advTm="34106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F1EA3-E380-71FE-DEFE-8DBDFCFED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3E9F31C-3C67-CFE1-D84A-64CA770EF212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pt-BR" dirty="0"/>
              <a:t>Trabalho de Extensão</a:t>
            </a:r>
            <a:endParaRPr lang="en-US" dirty="0"/>
          </a:p>
        </p:txBody>
      </p:sp>
      <p:sp>
        <p:nvSpPr>
          <p:cNvPr id="6" name="Espaço Reservado para Texto 5">
            <a:extLst>
              <a:ext uri="{FF2B5EF4-FFF2-40B4-BE49-F238E27FC236}">
                <a16:creationId xmlns:a16="http://schemas.microsoft.com/office/drawing/2014/main" id="{23BCCD4D-49FC-EF9E-7536-151959D3C6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800" b="1" dirty="0">
                <a:solidFill>
                  <a:srgbClr val="003958"/>
                </a:solidFill>
              </a:rPr>
              <a:t>Isso aqui vocês já devem estar ok:</a:t>
            </a:r>
            <a:endParaRPr lang="pt-BR" sz="1800" b="1" dirty="0">
              <a:solidFill>
                <a:srgbClr val="003958"/>
              </a:solidFill>
              <a:ea typeface="Calibri"/>
              <a:cs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sz="1800" b="1" dirty="0">
              <a:solidFill>
                <a:srgbClr val="003958"/>
              </a:solidFill>
              <a:ea typeface="Calibri"/>
              <a:cs typeface="Calibri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>
                <a:solidFill>
                  <a:srgbClr val="003958"/>
                </a:solidFill>
              </a:rPr>
              <a:t>Selecionem quais os arquivos dentre as 18 bases que vocês irão utilizar;</a:t>
            </a:r>
            <a:endParaRPr lang="pt-BR" dirty="0">
              <a:solidFill>
                <a:srgbClr val="898989"/>
              </a:solidFill>
              <a:ea typeface="Calibri" panose="020F0502020204030204"/>
              <a:cs typeface="Calibri" panose="020F0502020204030204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>
                <a:solidFill>
                  <a:srgbClr val="003958"/>
                </a:solidFill>
                <a:ea typeface="Calibri" panose="020F0502020204030204"/>
                <a:cs typeface="Calibri" panose="020F0502020204030204"/>
              </a:rPr>
              <a:t>Vocês devem utilizar uma base final (já unificada) de pelo menos 20 mil registros;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>
                <a:solidFill>
                  <a:srgbClr val="003958"/>
                </a:solidFill>
                <a:ea typeface="Calibri" panose="020F0502020204030204"/>
                <a:cs typeface="Calibri" panose="020F0502020204030204"/>
              </a:rPr>
              <a:t>Escolham a sua variável alvo;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>
                <a:solidFill>
                  <a:srgbClr val="003958"/>
                </a:solidFill>
                <a:ea typeface="Calibri" panose="020F0502020204030204"/>
                <a:cs typeface="Calibri" panose="020F0502020204030204"/>
              </a:rPr>
              <a:t>Escolham pelo menos 25 variáveis que vocês acreditam que possuem relação com o fenômeno;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>
                <a:solidFill>
                  <a:srgbClr val="003958"/>
                </a:solidFill>
                <a:ea typeface="Calibri" panose="020F0502020204030204"/>
                <a:cs typeface="Calibri" panose="020F0502020204030204"/>
              </a:rPr>
              <a:t>Façam a correlação da variável alvo com as 25;</a:t>
            </a:r>
          </a:p>
          <a:p>
            <a:pPr marL="1257300" lvl="2" indent="-342900">
              <a:buFont typeface="Wingdings" panose="020B0604020202020204" pitchFamily="34" charset="0"/>
              <a:buChar char="§"/>
            </a:pPr>
            <a:r>
              <a:rPr lang="pt-BR" sz="2000" dirty="0">
                <a:solidFill>
                  <a:srgbClr val="003958"/>
                </a:solidFill>
                <a:ea typeface="Calibri" panose="020F0502020204030204"/>
                <a:cs typeface="Calibri" panose="020F0502020204030204"/>
              </a:rPr>
              <a:t>Destas pelo menos 15 devem ter menos que –0.3 ou mais que 0.3;</a:t>
            </a:r>
          </a:p>
          <a:p>
            <a:pPr marL="1257300" lvl="2" indent="-342900">
              <a:buFont typeface="Wingdings" panose="020B0604020202020204" pitchFamily="34" charset="0"/>
              <a:buChar char="§"/>
            </a:pPr>
            <a:r>
              <a:rPr lang="pt-BR" sz="2000" dirty="0">
                <a:solidFill>
                  <a:srgbClr val="003958"/>
                </a:solidFill>
                <a:ea typeface="Calibri" panose="020F0502020204030204"/>
                <a:cs typeface="Calibri" panose="020F0502020204030204"/>
              </a:rPr>
              <a:t>Caso não possuam, busquem mais 10 variáveis e repitam esse processo até que possuam 15 variáveis bem correlacionadas e a variável alvo (16 variáveis no total no mínimo).</a:t>
            </a:r>
          </a:p>
          <a:p>
            <a:pPr marL="1257300" lvl="2" indent="-342900">
              <a:buFont typeface="Wingdings" panose="020B0604020202020204" pitchFamily="34" charset="0"/>
              <a:buChar char="§"/>
            </a:pPr>
            <a:endParaRPr lang="pt-BR" sz="1600" dirty="0">
              <a:solidFill>
                <a:srgbClr val="003958"/>
              </a:solidFill>
              <a:ea typeface="Calibri" panose="020F0502020204030204"/>
              <a:cs typeface="Calibri" panose="020F0502020204030204"/>
            </a:endParaRPr>
          </a:p>
          <a:p>
            <a:pPr marL="800100" lvl="1" indent="-342900">
              <a:buChar char="•"/>
            </a:pPr>
            <a:endParaRPr lang="pt-BR" sz="1800" dirty="0">
              <a:solidFill>
                <a:srgbClr val="003958"/>
              </a:solidFill>
              <a:ea typeface="Calibri" panose="020F0502020204030204"/>
              <a:cs typeface="Calibri" panose="020F0502020204030204"/>
            </a:endParaRPr>
          </a:p>
          <a:p>
            <a:pPr marL="342900" indent="-342900">
              <a:buChar char="•"/>
            </a:pPr>
            <a:endParaRPr lang="pt-BR" sz="1800" dirty="0">
              <a:solidFill>
                <a:srgbClr val="003958"/>
              </a:solidFill>
              <a:ea typeface="Calibri" panose="020F0502020204030204"/>
              <a:cs typeface="Calibri" panose="020F0502020204030204"/>
            </a:endParaRPr>
          </a:p>
          <a:p>
            <a:pPr lvl="1"/>
            <a:endParaRPr lang="pt-BR" sz="2200" dirty="0">
              <a:solidFill>
                <a:srgbClr val="003958"/>
              </a:solidFill>
              <a:ea typeface="Calibri" panose="020F0502020204030204"/>
              <a:cs typeface="Calibri" panose="020F0502020204030204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sz="2200" dirty="0">
              <a:solidFill>
                <a:srgbClr val="003958"/>
              </a:solidFill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624693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91385"/>
    </mc:Choice>
    <mc:Fallback xmlns="">
      <p:transition spd="slow" advTm="191385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82DD3-BDC0-ED7C-FD16-E2DD8C38C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E042CF8-204D-A3C6-7406-F78D2FFB42D7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pt-BR" dirty="0"/>
              <a:t>Trabalho de Extensão</a:t>
            </a:r>
            <a:endParaRPr lang="en-US" dirty="0"/>
          </a:p>
        </p:txBody>
      </p:sp>
      <p:sp>
        <p:nvSpPr>
          <p:cNvPr id="6" name="Espaço Reservado para Texto 5">
            <a:extLst>
              <a:ext uri="{FF2B5EF4-FFF2-40B4-BE49-F238E27FC236}">
                <a16:creationId xmlns:a16="http://schemas.microsoft.com/office/drawing/2014/main" id="{CDCAEF1C-4CF1-CBAA-1DE0-407F53DB32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800" b="1" dirty="0">
                <a:solidFill>
                  <a:srgbClr val="003958"/>
                </a:solidFill>
              </a:rPr>
              <a:t>O que iremos fazer hoje:</a:t>
            </a:r>
            <a:endParaRPr lang="pt-BR" sz="1800" b="1" dirty="0">
              <a:solidFill>
                <a:srgbClr val="003958"/>
              </a:solidFill>
              <a:ea typeface="Calibri"/>
              <a:cs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sz="1800" b="1" dirty="0">
              <a:solidFill>
                <a:srgbClr val="003958"/>
              </a:solidFill>
              <a:ea typeface="Calibri"/>
              <a:cs typeface="Calibri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>
                <a:solidFill>
                  <a:srgbClr val="003958"/>
                </a:solidFill>
              </a:rPr>
              <a:t>Irei sentar com cada grupo e analisar a entrega anterior;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pt-BR" sz="2000" dirty="0">
              <a:solidFill>
                <a:srgbClr val="003958"/>
              </a:solidFill>
              <a:ea typeface="Calibri" panose="020F0502020204030204"/>
              <a:cs typeface="Calibri" panose="020F0502020204030204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>
                <a:solidFill>
                  <a:srgbClr val="003958"/>
                </a:solidFill>
                <a:ea typeface="Calibri" panose="020F0502020204030204"/>
                <a:cs typeface="Calibri" panose="020F0502020204030204"/>
              </a:rPr>
              <a:t>Auxiliar com possíveis problemas que vocês estejam tendo;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pt-BR" sz="2000" dirty="0">
              <a:solidFill>
                <a:srgbClr val="003958"/>
              </a:solidFill>
              <a:ea typeface="Calibri" panose="020F0502020204030204"/>
              <a:cs typeface="Calibri" panose="020F0502020204030204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>
                <a:solidFill>
                  <a:srgbClr val="003958"/>
                </a:solidFill>
                <a:ea typeface="Calibri" panose="020F0502020204030204"/>
                <a:cs typeface="Calibri" panose="020F0502020204030204"/>
              </a:rPr>
              <a:t>Pegarem a série de dados da variável alvo de vocês e testarem a normalidade usando o SW Teste, caso ela não seja normal, testar os exercícios para a normalização da aula anterior;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pt-BR" sz="2000" dirty="0">
              <a:solidFill>
                <a:srgbClr val="003958"/>
              </a:solidFill>
              <a:ea typeface="Calibri" panose="020F0502020204030204"/>
              <a:cs typeface="Calibri" panose="020F0502020204030204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dirty="0">
                <a:solidFill>
                  <a:srgbClr val="003958"/>
                </a:solidFill>
                <a:ea typeface="Calibri" panose="020F0502020204030204"/>
                <a:cs typeface="Calibri" panose="020F0502020204030204"/>
              </a:rPr>
              <a:t>Após os passos anteriores, mostrar ao professor novamente, estando tudo certo </a:t>
            </a:r>
            <a:r>
              <a:rPr lang="pt-BR">
                <a:solidFill>
                  <a:srgbClr val="003958"/>
                </a:solidFill>
                <a:ea typeface="Calibri" panose="020F0502020204030204"/>
                <a:cs typeface="Calibri" panose="020F0502020204030204"/>
              </a:rPr>
              <a:t>estão dispensados.</a:t>
            </a:r>
            <a:endParaRPr lang="pt-BR" sz="2000" dirty="0">
              <a:solidFill>
                <a:srgbClr val="003958"/>
              </a:solidFill>
              <a:ea typeface="Calibri" panose="020F0502020204030204"/>
              <a:cs typeface="Calibri" panose="020F0502020204030204"/>
            </a:endParaRPr>
          </a:p>
          <a:p>
            <a:pPr marL="1257300" lvl="2" indent="-342900">
              <a:buFont typeface="Wingdings" panose="020B0604020202020204" pitchFamily="34" charset="0"/>
              <a:buChar char="§"/>
            </a:pPr>
            <a:endParaRPr lang="pt-BR" sz="1600" dirty="0">
              <a:solidFill>
                <a:srgbClr val="003958"/>
              </a:solidFill>
              <a:ea typeface="Calibri" panose="020F0502020204030204"/>
              <a:cs typeface="Calibri" panose="020F0502020204030204"/>
            </a:endParaRPr>
          </a:p>
          <a:p>
            <a:pPr marL="800100" lvl="1" indent="-342900">
              <a:buChar char="•"/>
            </a:pPr>
            <a:endParaRPr lang="pt-BR" sz="1800" dirty="0">
              <a:solidFill>
                <a:srgbClr val="003958"/>
              </a:solidFill>
              <a:ea typeface="Calibri" panose="020F0502020204030204"/>
              <a:cs typeface="Calibri" panose="020F0502020204030204"/>
            </a:endParaRPr>
          </a:p>
          <a:p>
            <a:pPr marL="342900" indent="-342900">
              <a:buChar char="•"/>
            </a:pPr>
            <a:endParaRPr lang="pt-BR" sz="1800" dirty="0">
              <a:solidFill>
                <a:srgbClr val="003958"/>
              </a:solidFill>
              <a:ea typeface="Calibri" panose="020F0502020204030204"/>
              <a:cs typeface="Calibri" panose="020F0502020204030204"/>
            </a:endParaRPr>
          </a:p>
          <a:p>
            <a:pPr lvl="1"/>
            <a:endParaRPr lang="pt-BR" sz="2200" dirty="0">
              <a:solidFill>
                <a:srgbClr val="003958"/>
              </a:solidFill>
              <a:ea typeface="Calibri" panose="020F0502020204030204"/>
              <a:cs typeface="Calibri" panose="020F0502020204030204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sz="2200" dirty="0">
              <a:solidFill>
                <a:srgbClr val="003958"/>
              </a:solidFill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41043291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91385"/>
    </mc:Choice>
    <mc:Fallback>
      <p:transition spd="slow" advTm="191385"/>
    </mc:Fallback>
  </mc:AlternateContent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presentação7" id="{59EF884D-FF5E-4FD0-A607-B5C961B47064}" vid="{A602817E-DF85-4F99-8FE9-FF6794F2241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Engenharia da Computação</Template>
  <TotalTime>11913</TotalTime>
  <Words>211</Words>
  <Application>Microsoft Office PowerPoint</Application>
  <PresentationFormat>Widescreen</PresentationFormat>
  <Paragraphs>29</Paragraphs>
  <Slides>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10" baseType="lpstr">
      <vt:lpstr>Arial</vt:lpstr>
      <vt:lpstr>Calibri</vt:lpstr>
      <vt:lpstr>Calibri Light</vt:lpstr>
      <vt:lpstr>Impact</vt:lpstr>
      <vt:lpstr>Wingdings</vt:lpstr>
      <vt:lpstr>Tema do Office</vt:lpstr>
      <vt:lpstr>Estatística Aplicada – Aula 9</vt:lpstr>
      <vt:lpstr>Trabalho de Extensão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Daniel Basilio Marcelo</dc:creator>
  <cp:lastModifiedBy>Fabio Bittencourt</cp:lastModifiedBy>
  <cp:revision>586</cp:revision>
  <dcterms:created xsi:type="dcterms:W3CDTF">2019-02-19T21:17:49Z</dcterms:created>
  <dcterms:modified xsi:type="dcterms:W3CDTF">2026-04-12T23:08:01Z</dcterms:modified>
</cp:coreProperties>
</file>